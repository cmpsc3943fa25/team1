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28" d="100"/>
          <a:sy n="28" d="100"/>
        </p:scale>
        <p:origin x="12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5C4C67-9C71-4848-ABDC-E10FB5ADF11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D2D11B6-95D0-4EC4-B899-B0061B32CE61}">
      <dgm:prSet/>
      <dgm:spPr/>
      <dgm:t>
        <a:bodyPr/>
        <a:lstStyle/>
        <a:p>
          <a:r>
            <a:rPr lang="en-US" b="1"/>
            <a:t>Our Mission</a:t>
          </a:r>
          <a:br>
            <a:rPr lang="en-US"/>
          </a:br>
          <a:r>
            <a:rPr lang="en-US"/>
            <a:t>Create a user-friendly desktop application that provides personalized workout routines, meal plans, and progress tracking to help users achieve their fitness goals.</a:t>
          </a:r>
        </a:p>
      </dgm:t>
    </dgm:pt>
    <dgm:pt modelId="{3EF7FE88-304D-45E9-892F-EBA8834763AA}" type="parTrans" cxnId="{9B89D0A5-F67F-4D25-9A09-F186BDEFFE29}">
      <dgm:prSet/>
      <dgm:spPr/>
      <dgm:t>
        <a:bodyPr/>
        <a:lstStyle/>
        <a:p>
          <a:endParaRPr lang="en-US"/>
        </a:p>
      </dgm:t>
    </dgm:pt>
    <dgm:pt modelId="{AC67671A-DE60-4E01-9773-C0F353137E48}" type="sibTrans" cxnId="{9B89D0A5-F67F-4D25-9A09-F186BDEFFE29}">
      <dgm:prSet/>
      <dgm:spPr/>
      <dgm:t>
        <a:bodyPr/>
        <a:lstStyle/>
        <a:p>
          <a:endParaRPr lang="en-US"/>
        </a:p>
      </dgm:t>
    </dgm:pt>
    <dgm:pt modelId="{A68B882B-5F5B-418F-8AC3-24CE60476608}">
      <dgm:prSet/>
      <dgm:spPr/>
      <dgm:t>
        <a:bodyPr/>
        <a:lstStyle/>
        <a:p>
          <a:r>
            <a:rPr lang="en-US" b="1"/>
            <a:t>Key Features</a:t>
          </a:r>
          <a:endParaRPr lang="en-US"/>
        </a:p>
      </dgm:t>
    </dgm:pt>
    <dgm:pt modelId="{A94F1B70-D96D-4869-B3C3-8CCC11621FB0}" type="parTrans" cxnId="{F510692E-B5D7-4A2C-AF65-AFB495A52D20}">
      <dgm:prSet/>
      <dgm:spPr/>
      <dgm:t>
        <a:bodyPr/>
        <a:lstStyle/>
        <a:p>
          <a:endParaRPr lang="en-US"/>
        </a:p>
      </dgm:t>
    </dgm:pt>
    <dgm:pt modelId="{B0C394C9-1BFC-4255-A09C-24AC1125B5F7}" type="sibTrans" cxnId="{F510692E-B5D7-4A2C-AF65-AFB495A52D20}">
      <dgm:prSet/>
      <dgm:spPr/>
      <dgm:t>
        <a:bodyPr/>
        <a:lstStyle/>
        <a:p>
          <a:endParaRPr lang="en-US"/>
        </a:p>
      </dgm:t>
    </dgm:pt>
    <dgm:pt modelId="{5BA01675-E286-4E0C-A487-696503B4393D}">
      <dgm:prSet/>
      <dgm:spPr/>
      <dgm:t>
        <a:bodyPr/>
        <a:lstStyle/>
        <a:p>
          <a:r>
            <a:rPr lang="en-US"/>
            <a:t>Personalized workout generation</a:t>
          </a:r>
        </a:p>
      </dgm:t>
    </dgm:pt>
    <dgm:pt modelId="{87F8F5D9-4392-4F92-B8B0-0EAA909A0C54}" type="parTrans" cxnId="{B902955F-75F0-421B-9736-D869601A7EA7}">
      <dgm:prSet/>
      <dgm:spPr/>
      <dgm:t>
        <a:bodyPr/>
        <a:lstStyle/>
        <a:p>
          <a:endParaRPr lang="en-US"/>
        </a:p>
      </dgm:t>
    </dgm:pt>
    <dgm:pt modelId="{7F63690B-B824-47C1-AEC3-65D22B083D11}" type="sibTrans" cxnId="{B902955F-75F0-421B-9736-D869601A7EA7}">
      <dgm:prSet/>
      <dgm:spPr/>
      <dgm:t>
        <a:bodyPr/>
        <a:lstStyle/>
        <a:p>
          <a:endParaRPr lang="en-US"/>
        </a:p>
      </dgm:t>
    </dgm:pt>
    <dgm:pt modelId="{FDABFAE6-A7C9-47D0-A4DD-A9DFA36D678D}">
      <dgm:prSet/>
      <dgm:spPr/>
      <dgm:t>
        <a:bodyPr/>
        <a:lstStyle/>
        <a:p>
          <a:r>
            <a:rPr lang="en-US"/>
            <a:t>Customized meal planning</a:t>
          </a:r>
        </a:p>
      </dgm:t>
    </dgm:pt>
    <dgm:pt modelId="{EFE82A78-5287-4249-A403-A626A031071E}" type="parTrans" cxnId="{F090CAA8-5A76-4A1D-ADD9-075E0E142BF1}">
      <dgm:prSet/>
      <dgm:spPr/>
      <dgm:t>
        <a:bodyPr/>
        <a:lstStyle/>
        <a:p>
          <a:endParaRPr lang="en-US"/>
        </a:p>
      </dgm:t>
    </dgm:pt>
    <dgm:pt modelId="{48225E59-25D2-4DEC-B3C6-F44B1DA30093}" type="sibTrans" cxnId="{F090CAA8-5A76-4A1D-ADD9-075E0E142BF1}">
      <dgm:prSet/>
      <dgm:spPr/>
      <dgm:t>
        <a:bodyPr/>
        <a:lstStyle/>
        <a:p>
          <a:endParaRPr lang="en-US"/>
        </a:p>
      </dgm:t>
    </dgm:pt>
    <dgm:pt modelId="{D0A3CC09-C532-458F-A824-C38943377EE2}">
      <dgm:prSet/>
      <dgm:spPr/>
      <dgm:t>
        <a:bodyPr/>
        <a:lstStyle/>
        <a:p>
          <a:r>
            <a:rPr lang="en-US"/>
            <a:t>Progress tracking &amp; history</a:t>
          </a:r>
        </a:p>
      </dgm:t>
    </dgm:pt>
    <dgm:pt modelId="{3520B78F-4824-40B7-B922-BC52A7F87540}" type="parTrans" cxnId="{4849F5A2-B2A1-48D6-BF5C-6A21812A2AB8}">
      <dgm:prSet/>
      <dgm:spPr/>
      <dgm:t>
        <a:bodyPr/>
        <a:lstStyle/>
        <a:p>
          <a:endParaRPr lang="en-US"/>
        </a:p>
      </dgm:t>
    </dgm:pt>
    <dgm:pt modelId="{E461A720-E411-4271-98D5-DADAD4821D12}" type="sibTrans" cxnId="{4849F5A2-B2A1-48D6-BF5C-6A21812A2AB8}">
      <dgm:prSet/>
      <dgm:spPr/>
      <dgm:t>
        <a:bodyPr/>
        <a:lstStyle/>
        <a:p>
          <a:endParaRPr lang="en-US"/>
        </a:p>
      </dgm:t>
    </dgm:pt>
    <dgm:pt modelId="{A5D3B4BA-6D7E-45C3-B088-0EBA21EE7D52}">
      <dgm:prSet/>
      <dgm:spPr/>
      <dgm:t>
        <a:bodyPr/>
        <a:lstStyle/>
        <a:p>
          <a:r>
            <a:rPr lang="en-US"/>
            <a:t>User profile management</a:t>
          </a:r>
        </a:p>
      </dgm:t>
    </dgm:pt>
    <dgm:pt modelId="{C1FFE67B-A39A-42C2-A248-B36C51E26FA4}" type="parTrans" cxnId="{7B81345D-978E-4944-9993-18701D64554F}">
      <dgm:prSet/>
      <dgm:spPr/>
      <dgm:t>
        <a:bodyPr/>
        <a:lstStyle/>
        <a:p>
          <a:endParaRPr lang="en-US"/>
        </a:p>
      </dgm:t>
    </dgm:pt>
    <dgm:pt modelId="{87584EFC-9725-4441-9265-6524CF2CB9E4}" type="sibTrans" cxnId="{7B81345D-978E-4944-9993-18701D64554F}">
      <dgm:prSet/>
      <dgm:spPr/>
      <dgm:t>
        <a:bodyPr/>
        <a:lstStyle/>
        <a:p>
          <a:endParaRPr lang="en-US"/>
        </a:p>
      </dgm:t>
    </dgm:pt>
    <dgm:pt modelId="{8DA9CE62-472A-4CF9-9B9A-F9ACB9F8F662}">
      <dgm:prSet/>
      <dgm:spPr/>
      <dgm:t>
        <a:bodyPr/>
        <a:lstStyle/>
        <a:p>
          <a:r>
            <a:rPr lang="en-US" b="1"/>
            <a:t>MVP Delivery</a:t>
          </a:r>
          <a:endParaRPr lang="en-US"/>
        </a:p>
      </dgm:t>
    </dgm:pt>
    <dgm:pt modelId="{66C21834-BA37-4A93-8C19-610122673120}" type="parTrans" cxnId="{8286E64D-095F-47F0-B605-F74E4A22C1D0}">
      <dgm:prSet/>
      <dgm:spPr/>
      <dgm:t>
        <a:bodyPr/>
        <a:lstStyle/>
        <a:p>
          <a:endParaRPr lang="en-US"/>
        </a:p>
      </dgm:t>
    </dgm:pt>
    <dgm:pt modelId="{7DC44C3A-A2C1-498F-A672-8C6290612745}" type="sibTrans" cxnId="{8286E64D-095F-47F0-B605-F74E4A22C1D0}">
      <dgm:prSet/>
      <dgm:spPr/>
      <dgm:t>
        <a:bodyPr/>
        <a:lstStyle/>
        <a:p>
          <a:endParaRPr lang="en-US"/>
        </a:p>
      </dgm:t>
    </dgm:pt>
    <dgm:pt modelId="{C68F704C-A783-49FD-9A53-5A96A97C2239}">
      <dgm:prSet/>
      <dgm:spPr/>
      <dgm:t>
        <a:bodyPr/>
        <a:lstStyle/>
        <a:p>
          <a:r>
            <a:rPr lang="en-US" b="1"/>
            <a:t>Target Date:</a:t>
          </a:r>
          <a:r>
            <a:rPr lang="en-US"/>
            <a:t> End of Week 10</a:t>
          </a:r>
        </a:p>
      </dgm:t>
    </dgm:pt>
    <dgm:pt modelId="{34C6D6E3-05E3-4095-8EE1-F1A00280B1A7}" type="parTrans" cxnId="{4F9565B5-FC1F-443E-BC3A-5583AAF6EFCE}">
      <dgm:prSet/>
      <dgm:spPr/>
      <dgm:t>
        <a:bodyPr/>
        <a:lstStyle/>
        <a:p>
          <a:endParaRPr lang="en-US"/>
        </a:p>
      </dgm:t>
    </dgm:pt>
    <dgm:pt modelId="{B39123FE-1897-4B2D-AA9B-DCCF44C884C6}" type="sibTrans" cxnId="{4F9565B5-FC1F-443E-BC3A-5583AAF6EFCE}">
      <dgm:prSet/>
      <dgm:spPr/>
      <dgm:t>
        <a:bodyPr/>
        <a:lstStyle/>
        <a:p>
          <a:endParaRPr lang="en-US"/>
        </a:p>
      </dgm:t>
    </dgm:pt>
    <dgm:pt modelId="{1E24BCE8-1FF9-471D-A37B-83F14FB858C9}">
      <dgm:prSet/>
      <dgm:spPr/>
      <dgm:t>
        <a:bodyPr/>
        <a:lstStyle/>
        <a:p>
          <a:r>
            <a:rPr lang="en-US" b="1"/>
            <a:t>Scope:</a:t>
          </a:r>
          <a:r>
            <a:rPr lang="en-US"/>
            <a:t> Core functionality with basic UI/UX</a:t>
          </a:r>
        </a:p>
      </dgm:t>
    </dgm:pt>
    <dgm:pt modelId="{81B303EC-1F80-4E7F-90F1-47675CC93DA9}" type="parTrans" cxnId="{A32E561E-75F9-4CD5-B910-4023110B8784}">
      <dgm:prSet/>
      <dgm:spPr/>
      <dgm:t>
        <a:bodyPr/>
        <a:lstStyle/>
        <a:p>
          <a:endParaRPr lang="en-US"/>
        </a:p>
      </dgm:t>
    </dgm:pt>
    <dgm:pt modelId="{4CA3CE67-A439-4448-A469-D731D11D9B3C}" type="sibTrans" cxnId="{A32E561E-75F9-4CD5-B910-4023110B8784}">
      <dgm:prSet/>
      <dgm:spPr/>
      <dgm:t>
        <a:bodyPr/>
        <a:lstStyle/>
        <a:p>
          <a:endParaRPr lang="en-US"/>
        </a:p>
      </dgm:t>
    </dgm:pt>
    <dgm:pt modelId="{DF1AD229-E7DD-487F-BBAB-3708AA34E558}">
      <dgm:prSet/>
      <dgm:spPr/>
      <dgm:t>
        <a:bodyPr/>
        <a:lstStyle/>
        <a:p>
          <a:r>
            <a:rPr lang="en-US" b="1"/>
            <a:t>Goal:</a:t>
          </a:r>
          <a:r>
            <a:rPr lang="en-US"/>
            <a:t> Working demo with essential features</a:t>
          </a:r>
        </a:p>
      </dgm:t>
    </dgm:pt>
    <dgm:pt modelId="{EB8E5053-0841-4B09-9BD1-5EC5F42DF88F}" type="parTrans" cxnId="{522FDB95-1ED1-4018-A37C-9941C1C424D2}">
      <dgm:prSet/>
      <dgm:spPr/>
      <dgm:t>
        <a:bodyPr/>
        <a:lstStyle/>
        <a:p>
          <a:endParaRPr lang="en-US"/>
        </a:p>
      </dgm:t>
    </dgm:pt>
    <dgm:pt modelId="{113F275F-9ADE-49AE-AB20-91973C05F7D8}" type="sibTrans" cxnId="{522FDB95-1ED1-4018-A37C-9941C1C424D2}">
      <dgm:prSet/>
      <dgm:spPr/>
      <dgm:t>
        <a:bodyPr/>
        <a:lstStyle/>
        <a:p>
          <a:endParaRPr lang="en-US"/>
        </a:p>
      </dgm:t>
    </dgm:pt>
    <dgm:pt modelId="{0458AB24-EA6D-4EA4-A1AE-B2146E7F2F95}" type="pres">
      <dgm:prSet presAssocID="{905C4C67-9C71-4848-ABDC-E10FB5ADF11E}" presName="diagram" presStyleCnt="0">
        <dgm:presLayoutVars>
          <dgm:dir/>
          <dgm:resizeHandles val="exact"/>
        </dgm:presLayoutVars>
      </dgm:prSet>
      <dgm:spPr/>
    </dgm:pt>
    <dgm:pt modelId="{F1CA4BA5-D5FB-4D4A-A6A9-06D4747D20DC}" type="pres">
      <dgm:prSet presAssocID="{5D2D11B6-95D0-4EC4-B899-B0061B32CE61}" presName="node" presStyleLbl="node1" presStyleIdx="0" presStyleCnt="10">
        <dgm:presLayoutVars>
          <dgm:bulletEnabled val="1"/>
        </dgm:presLayoutVars>
      </dgm:prSet>
      <dgm:spPr/>
    </dgm:pt>
    <dgm:pt modelId="{FDC3FACC-B858-4D1D-9BB5-3670C4813399}" type="pres">
      <dgm:prSet presAssocID="{AC67671A-DE60-4E01-9773-C0F353137E48}" presName="sibTrans" presStyleCnt="0"/>
      <dgm:spPr/>
    </dgm:pt>
    <dgm:pt modelId="{8EA56625-314B-4AC7-883B-F53C7CA92A8D}" type="pres">
      <dgm:prSet presAssocID="{A68B882B-5F5B-418F-8AC3-24CE60476608}" presName="node" presStyleLbl="node1" presStyleIdx="1" presStyleCnt="10">
        <dgm:presLayoutVars>
          <dgm:bulletEnabled val="1"/>
        </dgm:presLayoutVars>
      </dgm:prSet>
      <dgm:spPr/>
    </dgm:pt>
    <dgm:pt modelId="{67CF06DF-D2AD-4604-81E1-FED6E3E37BDA}" type="pres">
      <dgm:prSet presAssocID="{B0C394C9-1BFC-4255-A09C-24AC1125B5F7}" presName="sibTrans" presStyleCnt="0"/>
      <dgm:spPr/>
    </dgm:pt>
    <dgm:pt modelId="{9A764812-DEEB-4B66-B6AE-2B3A1CCD7674}" type="pres">
      <dgm:prSet presAssocID="{5BA01675-E286-4E0C-A487-696503B4393D}" presName="node" presStyleLbl="node1" presStyleIdx="2" presStyleCnt="10">
        <dgm:presLayoutVars>
          <dgm:bulletEnabled val="1"/>
        </dgm:presLayoutVars>
      </dgm:prSet>
      <dgm:spPr/>
    </dgm:pt>
    <dgm:pt modelId="{CCD4AD2B-162A-4D29-8214-DE3847992AC4}" type="pres">
      <dgm:prSet presAssocID="{7F63690B-B824-47C1-AEC3-65D22B083D11}" presName="sibTrans" presStyleCnt="0"/>
      <dgm:spPr/>
    </dgm:pt>
    <dgm:pt modelId="{84D2A700-E0F8-46AB-AB05-8AEBE3142F88}" type="pres">
      <dgm:prSet presAssocID="{FDABFAE6-A7C9-47D0-A4DD-A9DFA36D678D}" presName="node" presStyleLbl="node1" presStyleIdx="3" presStyleCnt="10">
        <dgm:presLayoutVars>
          <dgm:bulletEnabled val="1"/>
        </dgm:presLayoutVars>
      </dgm:prSet>
      <dgm:spPr/>
    </dgm:pt>
    <dgm:pt modelId="{2B59DC78-76BF-47D8-9F60-EA0EF3042692}" type="pres">
      <dgm:prSet presAssocID="{48225E59-25D2-4DEC-B3C6-F44B1DA30093}" presName="sibTrans" presStyleCnt="0"/>
      <dgm:spPr/>
    </dgm:pt>
    <dgm:pt modelId="{9396B853-3BD3-4FC6-80E7-754EA37A002F}" type="pres">
      <dgm:prSet presAssocID="{D0A3CC09-C532-458F-A824-C38943377EE2}" presName="node" presStyleLbl="node1" presStyleIdx="4" presStyleCnt="10">
        <dgm:presLayoutVars>
          <dgm:bulletEnabled val="1"/>
        </dgm:presLayoutVars>
      </dgm:prSet>
      <dgm:spPr/>
    </dgm:pt>
    <dgm:pt modelId="{6185851C-1538-4812-910B-9A68A8DA232D}" type="pres">
      <dgm:prSet presAssocID="{E461A720-E411-4271-98D5-DADAD4821D12}" presName="sibTrans" presStyleCnt="0"/>
      <dgm:spPr/>
    </dgm:pt>
    <dgm:pt modelId="{7AECAC4D-953A-487D-B5E2-E84FA2477BF7}" type="pres">
      <dgm:prSet presAssocID="{A5D3B4BA-6D7E-45C3-B088-0EBA21EE7D52}" presName="node" presStyleLbl="node1" presStyleIdx="5" presStyleCnt="10">
        <dgm:presLayoutVars>
          <dgm:bulletEnabled val="1"/>
        </dgm:presLayoutVars>
      </dgm:prSet>
      <dgm:spPr/>
    </dgm:pt>
    <dgm:pt modelId="{192AADA4-CF91-43CE-A784-71B91B97FE18}" type="pres">
      <dgm:prSet presAssocID="{87584EFC-9725-4441-9265-6524CF2CB9E4}" presName="sibTrans" presStyleCnt="0"/>
      <dgm:spPr/>
    </dgm:pt>
    <dgm:pt modelId="{69601331-3304-4273-B6C9-E735AEF634EB}" type="pres">
      <dgm:prSet presAssocID="{8DA9CE62-472A-4CF9-9B9A-F9ACB9F8F662}" presName="node" presStyleLbl="node1" presStyleIdx="6" presStyleCnt="10">
        <dgm:presLayoutVars>
          <dgm:bulletEnabled val="1"/>
        </dgm:presLayoutVars>
      </dgm:prSet>
      <dgm:spPr/>
    </dgm:pt>
    <dgm:pt modelId="{9D989BAE-D4A8-45B5-93F8-176BD9EBB250}" type="pres">
      <dgm:prSet presAssocID="{7DC44C3A-A2C1-498F-A672-8C6290612745}" presName="sibTrans" presStyleCnt="0"/>
      <dgm:spPr/>
    </dgm:pt>
    <dgm:pt modelId="{993D6351-1A9C-44B2-8EBB-407C6E7D75E9}" type="pres">
      <dgm:prSet presAssocID="{C68F704C-A783-49FD-9A53-5A96A97C2239}" presName="node" presStyleLbl="node1" presStyleIdx="7" presStyleCnt="10">
        <dgm:presLayoutVars>
          <dgm:bulletEnabled val="1"/>
        </dgm:presLayoutVars>
      </dgm:prSet>
      <dgm:spPr/>
    </dgm:pt>
    <dgm:pt modelId="{87ED2239-3ADB-4A6B-94F3-FB0ABDF11173}" type="pres">
      <dgm:prSet presAssocID="{B39123FE-1897-4B2D-AA9B-DCCF44C884C6}" presName="sibTrans" presStyleCnt="0"/>
      <dgm:spPr/>
    </dgm:pt>
    <dgm:pt modelId="{8DFBC33B-DA7D-4243-80C7-A58E05606F47}" type="pres">
      <dgm:prSet presAssocID="{1E24BCE8-1FF9-471D-A37B-83F14FB858C9}" presName="node" presStyleLbl="node1" presStyleIdx="8" presStyleCnt="10">
        <dgm:presLayoutVars>
          <dgm:bulletEnabled val="1"/>
        </dgm:presLayoutVars>
      </dgm:prSet>
      <dgm:spPr/>
    </dgm:pt>
    <dgm:pt modelId="{08B94EFF-8EE8-4361-9342-DD6DA7603493}" type="pres">
      <dgm:prSet presAssocID="{4CA3CE67-A439-4448-A469-D731D11D9B3C}" presName="sibTrans" presStyleCnt="0"/>
      <dgm:spPr/>
    </dgm:pt>
    <dgm:pt modelId="{64028657-9DBB-4E8D-BC32-C28B14D498E7}" type="pres">
      <dgm:prSet presAssocID="{DF1AD229-E7DD-487F-BBAB-3708AA34E558}" presName="node" presStyleLbl="node1" presStyleIdx="9" presStyleCnt="10">
        <dgm:presLayoutVars>
          <dgm:bulletEnabled val="1"/>
        </dgm:presLayoutVars>
      </dgm:prSet>
      <dgm:spPr/>
    </dgm:pt>
  </dgm:ptLst>
  <dgm:cxnLst>
    <dgm:cxn modelId="{C83C2212-92AD-45B0-9A93-169313FD48C1}" type="presOf" srcId="{FDABFAE6-A7C9-47D0-A4DD-A9DFA36D678D}" destId="{84D2A700-E0F8-46AB-AB05-8AEBE3142F88}" srcOrd="0" destOrd="0" presId="urn:microsoft.com/office/officeart/2005/8/layout/default"/>
    <dgm:cxn modelId="{2DAB5E1D-0415-4C7A-95AE-BAAF8F6BFCCA}" type="presOf" srcId="{905C4C67-9C71-4848-ABDC-E10FB5ADF11E}" destId="{0458AB24-EA6D-4EA4-A1AE-B2146E7F2F95}" srcOrd="0" destOrd="0" presId="urn:microsoft.com/office/officeart/2005/8/layout/default"/>
    <dgm:cxn modelId="{A32E561E-75F9-4CD5-B910-4023110B8784}" srcId="{905C4C67-9C71-4848-ABDC-E10FB5ADF11E}" destId="{1E24BCE8-1FF9-471D-A37B-83F14FB858C9}" srcOrd="8" destOrd="0" parTransId="{81B303EC-1F80-4E7F-90F1-47675CC93DA9}" sibTransId="{4CA3CE67-A439-4448-A469-D731D11D9B3C}"/>
    <dgm:cxn modelId="{F8F10E28-FEFF-4C80-B0F5-67A0B98A1069}" type="presOf" srcId="{DF1AD229-E7DD-487F-BBAB-3708AA34E558}" destId="{64028657-9DBB-4E8D-BC32-C28B14D498E7}" srcOrd="0" destOrd="0" presId="urn:microsoft.com/office/officeart/2005/8/layout/default"/>
    <dgm:cxn modelId="{F510692E-B5D7-4A2C-AF65-AFB495A52D20}" srcId="{905C4C67-9C71-4848-ABDC-E10FB5ADF11E}" destId="{A68B882B-5F5B-418F-8AC3-24CE60476608}" srcOrd="1" destOrd="0" parTransId="{A94F1B70-D96D-4869-B3C3-8CCC11621FB0}" sibTransId="{B0C394C9-1BFC-4255-A09C-24AC1125B5F7}"/>
    <dgm:cxn modelId="{0DA02931-54C7-4DE2-A3DD-0397F6241450}" type="presOf" srcId="{A68B882B-5F5B-418F-8AC3-24CE60476608}" destId="{8EA56625-314B-4AC7-883B-F53C7CA92A8D}" srcOrd="0" destOrd="0" presId="urn:microsoft.com/office/officeart/2005/8/layout/default"/>
    <dgm:cxn modelId="{7B81345D-978E-4944-9993-18701D64554F}" srcId="{905C4C67-9C71-4848-ABDC-E10FB5ADF11E}" destId="{A5D3B4BA-6D7E-45C3-B088-0EBA21EE7D52}" srcOrd="5" destOrd="0" parTransId="{C1FFE67B-A39A-42C2-A248-B36C51E26FA4}" sibTransId="{87584EFC-9725-4441-9265-6524CF2CB9E4}"/>
    <dgm:cxn modelId="{B902955F-75F0-421B-9736-D869601A7EA7}" srcId="{905C4C67-9C71-4848-ABDC-E10FB5ADF11E}" destId="{5BA01675-E286-4E0C-A487-696503B4393D}" srcOrd="2" destOrd="0" parTransId="{87F8F5D9-4392-4F92-B8B0-0EAA909A0C54}" sibTransId="{7F63690B-B824-47C1-AEC3-65D22B083D11}"/>
    <dgm:cxn modelId="{6033B048-C158-43B2-9074-401835E75B12}" type="presOf" srcId="{5BA01675-E286-4E0C-A487-696503B4393D}" destId="{9A764812-DEEB-4B66-B6AE-2B3A1CCD7674}" srcOrd="0" destOrd="0" presId="urn:microsoft.com/office/officeart/2005/8/layout/default"/>
    <dgm:cxn modelId="{FD7C576A-04D1-415D-90D7-DFB4594D513D}" type="presOf" srcId="{A5D3B4BA-6D7E-45C3-B088-0EBA21EE7D52}" destId="{7AECAC4D-953A-487D-B5E2-E84FA2477BF7}" srcOrd="0" destOrd="0" presId="urn:microsoft.com/office/officeart/2005/8/layout/default"/>
    <dgm:cxn modelId="{8286E64D-095F-47F0-B605-F74E4A22C1D0}" srcId="{905C4C67-9C71-4848-ABDC-E10FB5ADF11E}" destId="{8DA9CE62-472A-4CF9-9B9A-F9ACB9F8F662}" srcOrd="6" destOrd="0" parTransId="{66C21834-BA37-4A93-8C19-610122673120}" sibTransId="{7DC44C3A-A2C1-498F-A672-8C6290612745}"/>
    <dgm:cxn modelId="{522FDB95-1ED1-4018-A37C-9941C1C424D2}" srcId="{905C4C67-9C71-4848-ABDC-E10FB5ADF11E}" destId="{DF1AD229-E7DD-487F-BBAB-3708AA34E558}" srcOrd="9" destOrd="0" parTransId="{EB8E5053-0841-4B09-9BD1-5EC5F42DF88F}" sibTransId="{113F275F-9ADE-49AE-AB20-91973C05F7D8}"/>
    <dgm:cxn modelId="{095AD897-52E6-410E-A0AF-B475F71FF0E8}" type="presOf" srcId="{5D2D11B6-95D0-4EC4-B899-B0061B32CE61}" destId="{F1CA4BA5-D5FB-4D4A-A6A9-06D4747D20DC}" srcOrd="0" destOrd="0" presId="urn:microsoft.com/office/officeart/2005/8/layout/default"/>
    <dgm:cxn modelId="{6677E79F-4697-472F-A9FB-7721EDBF0ED5}" type="presOf" srcId="{8DA9CE62-472A-4CF9-9B9A-F9ACB9F8F662}" destId="{69601331-3304-4273-B6C9-E735AEF634EB}" srcOrd="0" destOrd="0" presId="urn:microsoft.com/office/officeart/2005/8/layout/default"/>
    <dgm:cxn modelId="{4849F5A2-B2A1-48D6-BF5C-6A21812A2AB8}" srcId="{905C4C67-9C71-4848-ABDC-E10FB5ADF11E}" destId="{D0A3CC09-C532-458F-A824-C38943377EE2}" srcOrd="4" destOrd="0" parTransId="{3520B78F-4824-40B7-B922-BC52A7F87540}" sibTransId="{E461A720-E411-4271-98D5-DADAD4821D12}"/>
    <dgm:cxn modelId="{9B89D0A5-F67F-4D25-9A09-F186BDEFFE29}" srcId="{905C4C67-9C71-4848-ABDC-E10FB5ADF11E}" destId="{5D2D11B6-95D0-4EC4-B899-B0061B32CE61}" srcOrd="0" destOrd="0" parTransId="{3EF7FE88-304D-45E9-892F-EBA8834763AA}" sibTransId="{AC67671A-DE60-4E01-9773-C0F353137E48}"/>
    <dgm:cxn modelId="{F090CAA8-5A76-4A1D-ADD9-075E0E142BF1}" srcId="{905C4C67-9C71-4848-ABDC-E10FB5ADF11E}" destId="{FDABFAE6-A7C9-47D0-A4DD-A9DFA36D678D}" srcOrd="3" destOrd="0" parTransId="{EFE82A78-5287-4249-A403-A626A031071E}" sibTransId="{48225E59-25D2-4DEC-B3C6-F44B1DA30093}"/>
    <dgm:cxn modelId="{4F9565B5-FC1F-443E-BC3A-5583AAF6EFCE}" srcId="{905C4C67-9C71-4848-ABDC-E10FB5ADF11E}" destId="{C68F704C-A783-49FD-9A53-5A96A97C2239}" srcOrd="7" destOrd="0" parTransId="{34C6D6E3-05E3-4095-8EE1-F1A00280B1A7}" sibTransId="{B39123FE-1897-4B2D-AA9B-DCCF44C884C6}"/>
    <dgm:cxn modelId="{D9A951DE-0BB9-46F4-8F24-AB680CC728B3}" type="presOf" srcId="{D0A3CC09-C532-458F-A824-C38943377EE2}" destId="{9396B853-3BD3-4FC6-80E7-754EA37A002F}" srcOrd="0" destOrd="0" presId="urn:microsoft.com/office/officeart/2005/8/layout/default"/>
    <dgm:cxn modelId="{01B551FE-C351-41EF-B512-58B225A98308}" type="presOf" srcId="{C68F704C-A783-49FD-9A53-5A96A97C2239}" destId="{993D6351-1A9C-44B2-8EBB-407C6E7D75E9}" srcOrd="0" destOrd="0" presId="urn:microsoft.com/office/officeart/2005/8/layout/default"/>
    <dgm:cxn modelId="{E671C3FF-D67C-4BA5-B625-5E1BE93EFBF7}" type="presOf" srcId="{1E24BCE8-1FF9-471D-A37B-83F14FB858C9}" destId="{8DFBC33B-DA7D-4243-80C7-A58E05606F47}" srcOrd="0" destOrd="0" presId="urn:microsoft.com/office/officeart/2005/8/layout/default"/>
    <dgm:cxn modelId="{1FEFA8F6-06A8-44F9-8AE5-5137EB50C52D}" type="presParOf" srcId="{0458AB24-EA6D-4EA4-A1AE-B2146E7F2F95}" destId="{F1CA4BA5-D5FB-4D4A-A6A9-06D4747D20DC}" srcOrd="0" destOrd="0" presId="urn:microsoft.com/office/officeart/2005/8/layout/default"/>
    <dgm:cxn modelId="{DF10BDDE-49C6-4F71-9B93-710299D1EE3B}" type="presParOf" srcId="{0458AB24-EA6D-4EA4-A1AE-B2146E7F2F95}" destId="{FDC3FACC-B858-4D1D-9BB5-3670C4813399}" srcOrd="1" destOrd="0" presId="urn:microsoft.com/office/officeart/2005/8/layout/default"/>
    <dgm:cxn modelId="{ACE5FE04-A8AA-44DC-9F69-C33439C98741}" type="presParOf" srcId="{0458AB24-EA6D-4EA4-A1AE-B2146E7F2F95}" destId="{8EA56625-314B-4AC7-883B-F53C7CA92A8D}" srcOrd="2" destOrd="0" presId="urn:microsoft.com/office/officeart/2005/8/layout/default"/>
    <dgm:cxn modelId="{90B40852-603E-4B79-A8BE-E70424E5D1DE}" type="presParOf" srcId="{0458AB24-EA6D-4EA4-A1AE-B2146E7F2F95}" destId="{67CF06DF-D2AD-4604-81E1-FED6E3E37BDA}" srcOrd="3" destOrd="0" presId="urn:microsoft.com/office/officeart/2005/8/layout/default"/>
    <dgm:cxn modelId="{27CC6C5C-7F6C-4306-97A9-FBF09C99172C}" type="presParOf" srcId="{0458AB24-EA6D-4EA4-A1AE-B2146E7F2F95}" destId="{9A764812-DEEB-4B66-B6AE-2B3A1CCD7674}" srcOrd="4" destOrd="0" presId="urn:microsoft.com/office/officeart/2005/8/layout/default"/>
    <dgm:cxn modelId="{135A5ACD-E215-4072-B0C2-CA6AFC59DD01}" type="presParOf" srcId="{0458AB24-EA6D-4EA4-A1AE-B2146E7F2F95}" destId="{CCD4AD2B-162A-4D29-8214-DE3847992AC4}" srcOrd="5" destOrd="0" presId="urn:microsoft.com/office/officeart/2005/8/layout/default"/>
    <dgm:cxn modelId="{3E10152C-19CA-42BD-B130-8C29D4DDEF94}" type="presParOf" srcId="{0458AB24-EA6D-4EA4-A1AE-B2146E7F2F95}" destId="{84D2A700-E0F8-46AB-AB05-8AEBE3142F88}" srcOrd="6" destOrd="0" presId="urn:microsoft.com/office/officeart/2005/8/layout/default"/>
    <dgm:cxn modelId="{E4DBC054-D7AB-4C19-99EE-A5FE29506893}" type="presParOf" srcId="{0458AB24-EA6D-4EA4-A1AE-B2146E7F2F95}" destId="{2B59DC78-76BF-47D8-9F60-EA0EF3042692}" srcOrd="7" destOrd="0" presId="urn:microsoft.com/office/officeart/2005/8/layout/default"/>
    <dgm:cxn modelId="{81FF97A0-91AA-4CF2-A1FB-16793E90D444}" type="presParOf" srcId="{0458AB24-EA6D-4EA4-A1AE-B2146E7F2F95}" destId="{9396B853-3BD3-4FC6-80E7-754EA37A002F}" srcOrd="8" destOrd="0" presId="urn:microsoft.com/office/officeart/2005/8/layout/default"/>
    <dgm:cxn modelId="{CAF9A369-2A8F-4FD5-AA51-D6914FB9F3DD}" type="presParOf" srcId="{0458AB24-EA6D-4EA4-A1AE-B2146E7F2F95}" destId="{6185851C-1538-4812-910B-9A68A8DA232D}" srcOrd="9" destOrd="0" presId="urn:microsoft.com/office/officeart/2005/8/layout/default"/>
    <dgm:cxn modelId="{65F457D1-EA4F-426C-9CE9-2F5B5C03FD2A}" type="presParOf" srcId="{0458AB24-EA6D-4EA4-A1AE-B2146E7F2F95}" destId="{7AECAC4D-953A-487D-B5E2-E84FA2477BF7}" srcOrd="10" destOrd="0" presId="urn:microsoft.com/office/officeart/2005/8/layout/default"/>
    <dgm:cxn modelId="{89AA4C3D-925D-4259-9029-21FC9DFF6363}" type="presParOf" srcId="{0458AB24-EA6D-4EA4-A1AE-B2146E7F2F95}" destId="{192AADA4-CF91-43CE-A784-71B91B97FE18}" srcOrd="11" destOrd="0" presId="urn:microsoft.com/office/officeart/2005/8/layout/default"/>
    <dgm:cxn modelId="{D1662582-3C75-456F-B5E4-E3C8B8578A54}" type="presParOf" srcId="{0458AB24-EA6D-4EA4-A1AE-B2146E7F2F95}" destId="{69601331-3304-4273-B6C9-E735AEF634EB}" srcOrd="12" destOrd="0" presId="urn:microsoft.com/office/officeart/2005/8/layout/default"/>
    <dgm:cxn modelId="{3709A69D-4E2F-4BCF-A1E6-97F6EA1E2CAB}" type="presParOf" srcId="{0458AB24-EA6D-4EA4-A1AE-B2146E7F2F95}" destId="{9D989BAE-D4A8-45B5-93F8-176BD9EBB250}" srcOrd="13" destOrd="0" presId="urn:microsoft.com/office/officeart/2005/8/layout/default"/>
    <dgm:cxn modelId="{5B6F1A2C-21EF-4027-81EA-8F25560907D8}" type="presParOf" srcId="{0458AB24-EA6D-4EA4-A1AE-B2146E7F2F95}" destId="{993D6351-1A9C-44B2-8EBB-407C6E7D75E9}" srcOrd="14" destOrd="0" presId="urn:microsoft.com/office/officeart/2005/8/layout/default"/>
    <dgm:cxn modelId="{4664FF4D-F5FF-4F67-8F10-1CA304B33A76}" type="presParOf" srcId="{0458AB24-EA6D-4EA4-A1AE-B2146E7F2F95}" destId="{87ED2239-3ADB-4A6B-94F3-FB0ABDF11173}" srcOrd="15" destOrd="0" presId="urn:microsoft.com/office/officeart/2005/8/layout/default"/>
    <dgm:cxn modelId="{51E0D6C5-077E-44FC-939D-D3931E3699EA}" type="presParOf" srcId="{0458AB24-EA6D-4EA4-A1AE-B2146E7F2F95}" destId="{8DFBC33B-DA7D-4243-80C7-A58E05606F47}" srcOrd="16" destOrd="0" presId="urn:microsoft.com/office/officeart/2005/8/layout/default"/>
    <dgm:cxn modelId="{D05EA580-428E-436F-8D6F-D4D4CFF74C37}" type="presParOf" srcId="{0458AB24-EA6D-4EA4-A1AE-B2146E7F2F95}" destId="{08B94EFF-8EE8-4361-9342-DD6DA7603493}" srcOrd="17" destOrd="0" presId="urn:microsoft.com/office/officeart/2005/8/layout/default"/>
    <dgm:cxn modelId="{81109935-BF49-4061-85D8-B4598AD72053}" type="presParOf" srcId="{0458AB24-EA6D-4EA4-A1AE-B2146E7F2F95}" destId="{64028657-9DBB-4E8D-BC32-C28B14D498E7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B8DEEA-10C0-4A01-8760-A735CD4ECE1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C692283-E15D-4AB7-840C-BCD7A69934D3}">
      <dgm:prSet/>
      <dgm:spPr/>
      <dgm:t>
        <a:bodyPr/>
        <a:lstStyle/>
        <a:p>
          <a:r>
            <a:rPr lang="en-US"/>
            <a:t>Sprint	Timeline	Focus Area</a:t>
          </a:r>
        </a:p>
      </dgm:t>
    </dgm:pt>
    <dgm:pt modelId="{C08201A2-CBBF-406D-8DE9-84A1435ACF58}" type="parTrans" cxnId="{5808B3F1-E0A7-4AC8-8C47-ED8F83DC233C}">
      <dgm:prSet/>
      <dgm:spPr/>
      <dgm:t>
        <a:bodyPr/>
        <a:lstStyle/>
        <a:p>
          <a:endParaRPr lang="en-US"/>
        </a:p>
      </dgm:t>
    </dgm:pt>
    <dgm:pt modelId="{800E15DA-176A-4716-A9C7-8A05F6945242}" type="sibTrans" cxnId="{5808B3F1-E0A7-4AC8-8C47-ED8F83DC233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96A8CBC-6984-44FD-8DFE-8D7E3EAB63B6}">
      <dgm:prSet/>
      <dgm:spPr/>
      <dgm:t>
        <a:bodyPr/>
        <a:lstStyle/>
        <a:p>
          <a:r>
            <a:rPr lang="en-US"/>
            <a:t>Sprint 1	Week 1-2	Setup &amp; Design Foundation</a:t>
          </a:r>
        </a:p>
      </dgm:t>
    </dgm:pt>
    <dgm:pt modelId="{8411103B-D853-4DDD-AE7E-628405FF1EFA}" type="parTrans" cxnId="{1CC0B56C-C963-4C5A-9C08-53599EE79265}">
      <dgm:prSet/>
      <dgm:spPr/>
      <dgm:t>
        <a:bodyPr/>
        <a:lstStyle/>
        <a:p>
          <a:endParaRPr lang="en-US"/>
        </a:p>
      </dgm:t>
    </dgm:pt>
    <dgm:pt modelId="{B2184040-A527-4FEE-B84C-BAF4407E76EA}" type="sibTrans" cxnId="{1CC0B56C-C963-4C5A-9C08-53599EE7926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841A38B-83B7-46E8-B3CE-73A7A19C6A73}">
      <dgm:prSet/>
      <dgm:spPr/>
      <dgm:t>
        <a:bodyPr/>
        <a:lstStyle/>
        <a:p>
          <a:r>
            <a:rPr lang="en-US"/>
            <a:t>Sprint 2	Week 3-4	User Management System</a:t>
          </a:r>
        </a:p>
      </dgm:t>
    </dgm:pt>
    <dgm:pt modelId="{61FA9B84-3C92-40AA-B9CE-B0F8299946F3}" type="parTrans" cxnId="{41A1C5D4-84E7-4F86-8AC7-2C8CC22CABF1}">
      <dgm:prSet/>
      <dgm:spPr/>
      <dgm:t>
        <a:bodyPr/>
        <a:lstStyle/>
        <a:p>
          <a:endParaRPr lang="en-US"/>
        </a:p>
      </dgm:t>
    </dgm:pt>
    <dgm:pt modelId="{EC6D6C72-3871-496C-B21C-AD399EB5EED5}" type="sibTrans" cxnId="{41A1C5D4-84E7-4F86-8AC7-2C8CC22CABF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67DC348-DF16-4B30-99DF-A2B5B20ECF3D}">
      <dgm:prSet/>
      <dgm:spPr/>
      <dgm:t>
        <a:bodyPr/>
        <a:lstStyle/>
        <a:p>
          <a:r>
            <a:rPr lang="en-US"/>
            <a:t>Sprint 3	Week 5-6	Core Workout &amp; Meal Features</a:t>
          </a:r>
        </a:p>
      </dgm:t>
    </dgm:pt>
    <dgm:pt modelId="{9E220CD7-621E-4575-9AA9-76A54D562681}" type="parTrans" cxnId="{5DBC29ED-3463-415A-9A5C-946555CBDDE9}">
      <dgm:prSet/>
      <dgm:spPr/>
      <dgm:t>
        <a:bodyPr/>
        <a:lstStyle/>
        <a:p>
          <a:endParaRPr lang="en-US"/>
        </a:p>
      </dgm:t>
    </dgm:pt>
    <dgm:pt modelId="{EE067BF9-E916-451B-9BD9-6F015FCA2BD8}" type="sibTrans" cxnId="{5DBC29ED-3463-415A-9A5C-946555CBDDE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6BB201B-8A62-48F1-8280-02C7E1F3667A}">
      <dgm:prSet/>
      <dgm:spPr/>
      <dgm:t>
        <a:bodyPr/>
        <a:lstStyle/>
        <a:p>
          <a:r>
            <a:rPr lang="en-US"/>
            <a:t>Sprint 4	Week 7 	Progress Tracking</a:t>
          </a:r>
        </a:p>
      </dgm:t>
    </dgm:pt>
    <dgm:pt modelId="{F0DB8DD6-2A99-4C6C-8F88-7AA041B07BA7}" type="parTrans" cxnId="{2FF71621-7A55-4A1B-B994-3EEBAF0A1FFC}">
      <dgm:prSet/>
      <dgm:spPr/>
      <dgm:t>
        <a:bodyPr/>
        <a:lstStyle/>
        <a:p>
          <a:endParaRPr lang="en-US"/>
        </a:p>
      </dgm:t>
    </dgm:pt>
    <dgm:pt modelId="{B24D4E90-54A9-440E-BD98-5BB26C3E6496}" type="sibTrans" cxnId="{2FF71621-7A55-4A1B-B994-3EEBAF0A1FFC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7C2B25B5-55A9-4B75-98C9-3DED21A7C1A6}">
      <dgm:prSet/>
      <dgm:spPr/>
      <dgm:t>
        <a:bodyPr/>
        <a:lstStyle/>
        <a:p>
          <a:r>
            <a:rPr lang="en-US"/>
            <a:t>Sprint 5	Week 8	    	Testing &amp; MVP Release</a:t>
          </a:r>
        </a:p>
      </dgm:t>
    </dgm:pt>
    <dgm:pt modelId="{9F881CA3-6D69-4761-ACA4-1CBADA380478}" type="parTrans" cxnId="{9168401D-E46C-4AED-9F45-2FA023304997}">
      <dgm:prSet/>
      <dgm:spPr/>
      <dgm:t>
        <a:bodyPr/>
        <a:lstStyle/>
        <a:p>
          <a:endParaRPr lang="en-US"/>
        </a:p>
      </dgm:t>
    </dgm:pt>
    <dgm:pt modelId="{36BAB30F-31F0-4ADD-A0E2-66B711007367}" type="sibTrans" cxnId="{9168401D-E46C-4AED-9F45-2FA023304997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65C6B022-FE1E-4310-9604-AAC4C2A6061C}" type="pres">
      <dgm:prSet presAssocID="{D2B8DEEA-10C0-4A01-8760-A735CD4ECE18}" presName="Name0" presStyleCnt="0">
        <dgm:presLayoutVars>
          <dgm:animLvl val="lvl"/>
          <dgm:resizeHandles val="exact"/>
        </dgm:presLayoutVars>
      </dgm:prSet>
      <dgm:spPr/>
    </dgm:pt>
    <dgm:pt modelId="{D3674D77-35BA-4048-9D74-72293FD3F3C4}" type="pres">
      <dgm:prSet presAssocID="{6C692283-E15D-4AB7-840C-BCD7A69934D3}" presName="compositeNode" presStyleCnt="0">
        <dgm:presLayoutVars>
          <dgm:bulletEnabled val="1"/>
        </dgm:presLayoutVars>
      </dgm:prSet>
      <dgm:spPr/>
    </dgm:pt>
    <dgm:pt modelId="{746FFD70-EC5C-4649-B3F9-641BC302E82D}" type="pres">
      <dgm:prSet presAssocID="{6C692283-E15D-4AB7-840C-BCD7A69934D3}" presName="bgRect" presStyleLbl="bgAccFollowNode1" presStyleIdx="0" presStyleCnt="6"/>
      <dgm:spPr/>
    </dgm:pt>
    <dgm:pt modelId="{EAE7FA68-8932-4E64-B21F-6281F9FFE6DC}" type="pres">
      <dgm:prSet presAssocID="{800E15DA-176A-4716-A9C7-8A05F6945242}" presName="sibTransNodeCircle" presStyleLbl="alignNode1" presStyleIdx="0" presStyleCnt="12">
        <dgm:presLayoutVars>
          <dgm:chMax val="0"/>
          <dgm:bulletEnabled/>
        </dgm:presLayoutVars>
      </dgm:prSet>
      <dgm:spPr/>
    </dgm:pt>
    <dgm:pt modelId="{F6162B65-F3AA-4E52-879D-8B06BD1DE075}" type="pres">
      <dgm:prSet presAssocID="{6C692283-E15D-4AB7-840C-BCD7A69934D3}" presName="bottomLine" presStyleLbl="alignNode1" presStyleIdx="1" presStyleCnt="12">
        <dgm:presLayoutVars/>
      </dgm:prSet>
      <dgm:spPr/>
    </dgm:pt>
    <dgm:pt modelId="{1E996586-29FD-43AA-96B3-A5584294AF25}" type="pres">
      <dgm:prSet presAssocID="{6C692283-E15D-4AB7-840C-BCD7A69934D3}" presName="nodeText" presStyleLbl="bgAccFollowNode1" presStyleIdx="0" presStyleCnt="6">
        <dgm:presLayoutVars>
          <dgm:bulletEnabled val="1"/>
        </dgm:presLayoutVars>
      </dgm:prSet>
      <dgm:spPr/>
    </dgm:pt>
    <dgm:pt modelId="{A7A96FA2-28E2-46BC-914E-8C8C092F8DEC}" type="pres">
      <dgm:prSet presAssocID="{800E15DA-176A-4716-A9C7-8A05F6945242}" presName="sibTrans" presStyleCnt="0"/>
      <dgm:spPr/>
    </dgm:pt>
    <dgm:pt modelId="{D904AABD-7747-4831-83D1-A096FE92C9BE}" type="pres">
      <dgm:prSet presAssocID="{496A8CBC-6984-44FD-8DFE-8D7E3EAB63B6}" presName="compositeNode" presStyleCnt="0">
        <dgm:presLayoutVars>
          <dgm:bulletEnabled val="1"/>
        </dgm:presLayoutVars>
      </dgm:prSet>
      <dgm:spPr/>
    </dgm:pt>
    <dgm:pt modelId="{58D9889B-F6A1-4BB2-AF1D-681C5C869597}" type="pres">
      <dgm:prSet presAssocID="{496A8CBC-6984-44FD-8DFE-8D7E3EAB63B6}" presName="bgRect" presStyleLbl="bgAccFollowNode1" presStyleIdx="1" presStyleCnt="6"/>
      <dgm:spPr/>
    </dgm:pt>
    <dgm:pt modelId="{4C7DCCA6-75AF-46AA-847A-6E66BFDCDD1D}" type="pres">
      <dgm:prSet presAssocID="{B2184040-A527-4FEE-B84C-BAF4407E76EA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70B2BDC9-F221-48FD-9E66-7F7EF438B924}" type="pres">
      <dgm:prSet presAssocID="{496A8CBC-6984-44FD-8DFE-8D7E3EAB63B6}" presName="bottomLine" presStyleLbl="alignNode1" presStyleIdx="3" presStyleCnt="12">
        <dgm:presLayoutVars/>
      </dgm:prSet>
      <dgm:spPr/>
    </dgm:pt>
    <dgm:pt modelId="{CC81A11A-35E9-412A-A827-0B602F43141D}" type="pres">
      <dgm:prSet presAssocID="{496A8CBC-6984-44FD-8DFE-8D7E3EAB63B6}" presName="nodeText" presStyleLbl="bgAccFollowNode1" presStyleIdx="1" presStyleCnt="6">
        <dgm:presLayoutVars>
          <dgm:bulletEnabled val="1"/>
        </dgm:presLayoutVars>
      </dgm:prSet>
      <dgm:spPr/>
    </dgm:pt>
    <dgm:pt modelId="{A5BEDC6F-E26E-4A25-833A-AC23BD4C7A19}" type="pres">
      <dgm:prSet presAssocID="{B2184040-A527-4FEE-B84C-BAF4407E76EA}" presName="sibTrans" presStyleCnt="0"/>
      <dgm:spPr/>
    </dgm:pt>
    <dgm:pt modelId="{B9075648-A475-4599-B143-6A456C77BD73}" type="pres">
      <dgm:prSet presAssocID="{F841A38B-83B7-46E8-B3CE-73A7A19C6A73}" presName="compositeNode" presStyleCnt="0">
        <dgm:presLayoutVars>
          <dgm:bulletEnabled val="1"/>
        </dgm:presLayoutVars>
      </dgm:prSet>
      <dgm:spPr/>
    </dgm:pt>
    <dgm:pt modelId="{0000940E-3EF2-4FF3-A8E9-62F20CEF3290}" type="pres">
      <dgm:prSet presAssocID="{F841A38B-83B7-46E8-B3CE-73A7A19C6A73}" presName="bgRect" presStyleLbl="bgAccFollowNode1" presStyleIdx="2" presStyleCnt="6"/>
      <dgm:spPr/>
    </dgm:pt>
    <dgm:pt modelId="{1034A319-D7D4-43F9-894F-5E37D8E9A1B1}" type="pres">
      <dgm:prSet presAssocID="{EC6D6C72-3871-496C-B21C-AD399EB5EED5}" presName="sibTransNodeCircle" presStyleLbl="alignNode1" presStyleIdx="4" presStyleCnt="12">
        <dgm:presLayoutVars>
          <dgm:chMax val="0"/>
          <dgm:bulletEnabled/>
        </dgm:presLayoutVars>
      </dgm:prSet>
      <dgm:spPr/>
    </dgm:pt>
    <dgm:pt modelId="{8A511268-A7B9-4C41-953B-D788E843F2F3}" type="pres">
      <dgm:prSet presAssocID="{F841A38B-83B7-46E8-B3CE-73A7A19C6A73}" presName="bottomLine" presStyleLbl="alignNode1" presStyleIdx="5" presStyleCnt="12">
        <dgm:presLayoutVars/>
      </dgm:prSet>
      <dgm:spPr/>
    </dgm:pt>
    <dgm:pt modelId="{DDC545EE-632E-473D-87F0-E0894CB39D82}" type="pres">
      <dgm:prSet presAssocID="{F841A38B-83B7-46E8-B3CE-73A7A19C6A73}" presName="nodeText" presStyleLbl="bgAccFollowNode1" presStyleIdx="2" presStyleCnt="6">
        <dgm:presLayoutVars>
          <dgm:bulletEnabled val="1"/>
        </dgm:presLayoutVars>
      </dgm:prSet>
      <dgm:spPr/>
    </dgm:pt>
    <dgm:pt modelId="{0CAA10AA-9C43-4EF6-A3EF-A52B224BF380}" type="pres">
      <dgm:prSet presAssocID="{EC6D6C72-3871-496C-B21C-AD399EB5EED5}" presName="sibTrans" presStyleCnt="0"/>
      <dgm:spPr/>
    </dgm:pt>
    <dgm:pt modelId="{007AF628-7E9B-4D16-B2A0-5E4C9213166B}" type="pres">
      <dgm:prSet presAssocID="{E67DC348-DF16-4B30-99DF-A2B5B20ECF3D}" presName="compositeNode" presStyleCnt="0">
        <dgm:presLayoutVars>
          <dgm:bulletEnabled val="1"/>
        </dgm:presLayoutVars>
      </dgm:prSet>
      <dgm:spPr/>
    </dgm:pt>
    <dgm:pt modelId="{6D47F0F8-2A6F-4380-8D9A-5A323F561D67}" type="pres">
      <dgm:prSet presAssocID="{E67DC348-DF16-4B30-99DF-A2B5B20ECF3D}" presName="bgRect" presStyleLbl="bgAccFollowNode1" presStyleIdx="3" presStyleCnt="6"/>
      <dgm:spPr/>
    </dgm:pt>
    <dgm:pt modelId="{9B34F498-26A3-4493-BD9E-0DFB6709DAD2}" type="pres">
      <dgm:prSet presAssocID="{EE067BF9-E916-451B-9BD9-6F015FCA2BD8}" presName="sibTransNodeCircle" presStyleLbl="alignNode1" presStyleIdx="6" presStyleCnt="12">
        <dgm:presLayoutVars>
          <dgm:chMax val="0"/>
          <dgm:bulletEnabled/>
        </dgm:presLayoutVars>
      </dgm:prSet>
      <dgm:spPr/>
    </dgm:pt>
    <dgm:pt modelId="{E389C47B-558B-4B6D-A77C-6EAAE3BB25F8}" type="pres">
      <dgm:prSet presAssocID="{E67DC348-DF16-4B30-99DF-A2B5B20ECF3D}" presName="bottomLine" presStyleLbl="alignNode1" presStyleIdx="7" presStyleCnt="12">
        <dgm:presLayoutVars/>
      </dgm:prSet>
      <dgm:spPr/>
    </dgm:pt>
    <dgm:pt modelId="{7F9A12EE-D138-489E-A869-875AFF8F18DB}" type="pres">
      <dgm:prSet presAssocID="{E67DC348-DF16-4B30-99DF-A2B5B20ECF3D}" presName="nodeText" presStyleLbl="bgAccFollowNode1" presStyleIdx="3" presStyleCnt="6">
        <dgm:presLayoutVars>
          <dgm:bulletEnabled val="1"/>
        </dgm:presLayoutVars>
      </dgm:prSet>
      <dgm:spPr/>
    </dgm:pt>
    <dgm:pt modelId="{E96CE00F-6CA8-46FA-852B-3E8B4FFD0F9D}" type="pres">
      <dgm:prSet presAssocID="{EE067BF9-E916-451B-9BD9-6F015FCA2BD8}" presName="sibTrans" presStyleCnt="0"/>
      <dgm:spPr/>
    </dgm:pt>
    <dgm:pt modelId="{7E87948F-8EEC-4B4A-910D-7CCE8FA26EDD}" type="pres">
      <dgm:prSet presAssocID="{96BB201B-8A62-48F1-8280-02C7E1F3667A}" presName="compositeNode" presStyleCnt="0">
        <dgm:presLayoutVars>
          <dgm:bulletEnabled val="1"/>
        </dgm:presLayoutVars>
      </dgm:prSet>
      <dgm:spPr/>
    </dgm:pt>
    <dgm:pt modelId="{904F6D9F-FB7F-4192-A52B-4EEBBD4CAD6A}" type="pres">
      <dgm:prSet presAssocID="{96BB201B-8A62-48F1-8280-02C7E1F3667A}" presName="bgRect" presStyleLbl="bgAccFollowNode1" presStyleIdx="4" presStyleCnt="6"/>
      <dgm:spPr/>
    </dgm:pt>
    <dgm:pt modelId="{E613CE5F-8AA6-48E5-9240-F0653D5DACDB}" type="pres">
      <dgm:prSet presAssocID="{B24D4E90-54A9-440E-BD98-5BB26C3E6496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7ACDC72C-076B-4F84-9C0B-F536372CF67F}" type="pres">
      <dgm:prSet presAssocID="{96BB201B-8A62-48F1-8280-02C7E1F3667A}" presName="bottomLine" presStyleLbl="alignNode1" presStyleIdx="9" presStyleCnt="12">
        <dgm:presLayoutVars/>
      </dgm:prSet>
      <dgm:spPr/>
    </dgm:pt>
    <dgm:pt modelId="{B21D8323-A417-452E-9D0C-E80CD8DC3307}" type="pres">
      <dgm:prSet presAssocID="{96BB201B-8A62-48F1-8280-02C7E1F3667A}" presName="nodeText" presStyleLbl="bgAccFollowNode1" presStyleIdx="4" presStyleCnt="6">
        <dgm:presLayoutVars>
          <dgm:bulletEnabled val="1"/>
        </dgm:presLayoutVars>
      </dgm:prSet>
      <dgm:spPr/>
    </dgm:pt>
    <dgm:pt modelId="{3E41B981-DADC-4CE7-BED1-7D6ED93FE2A7}" type="pres">
      <dgm:prSet presAssocID="{B24D4E90-54A9-440E-BD98-5BB26C3E6496}" presName="sibTrans" presStyleCnt="0"/>
      <dgm:spPr/>
    </dgm:pt>
    <dgm:pt modelId="{ADF316BE-138F-439B-B16A-1058DCCF60A3}" type="pres">
      <dgm:prSet presAssocID="{7C2B25B5-55A9-4B75-98C9-3DED21A7C1A6}" presName="compositeNode" presStyleCnt="0">
        <dgm:presLayoutVars>
          <dgm:bulletEnabled val="1"/>
        </dgm:presLayoutVars>
      </dgm:prSet>
      <dgm:spPr/>
    </dgm:pt>
    <dgm:pt modelId="{BB8B5BB0-413B-4894-879D-0CC27701B752}" type="pres">
      <dgm:prSet presAssocID="{7C2B25B5-55A9-4B75-98C9-3DED21A7C1A6}" presName="bgRect" presStyleLbl="bgAccFollowNode1" presStyleIdx="5" presStyleCnt="6"/>
      <dgm:spPr/>
    </dgm:pt>
    <dgm:pt modelId="{453AF857-CD3E-4DE7-9057-8EE408B6AF4D}" type="pres">
      <dgm:prSet presAssocID="{36BAB30F-31F0-4ADD-A0E2-66B711007367}" presName="sibTransNodeCircle" presStyleLbl="alignNode1" presStyleIdx="10" presStyleCnt="12">
        <dgm:presLayoutVars>
          <dgm:chMax val="0"/>
          <dgm:bulletEnabled/>
        </dgm:presLayoutVars>
      </dgm:prSet>
      <dgm:spPr/>
    </dgm:pt>
    <dgm:pt modelId="{C80B37DB-A874-4CFC-9468-86D40E324A24}" type="pres">
      <dgm:prSet presAssocID="{7C2B25B5-55A9-4B75-98C9-3DED21A7C1A6}" presName="bottomLine" presStyleLbl="alignNode1" presStyleIdx="11" presStyleCnt="12">
        <dgm:presLayoutVars/>
      </dgm:prSet>
      <dgm:spPr/>
    </dgm:pt>
    <dgm:pt modelId="{8D8C83F8-B4B5-4137-B73E-3CE68660C59D}" type="pres">
      <dgm:prSet presAssocID="{7C2B25B5-55A9-4B75-98C9-3DED21A7C1A6}" presName="nodeText" presStyleLbl="bgAccFollowNode1" presStyleIdx="5" presStyleCnt="6">
        <dgm:presLayoutVars>
          <dgm:bulletEnabled val="1"/>
        </dgm:presLayoutVars>
      </dgm:prSet>
      <dgm:spPr/>
    </dgm:pt>
  </dgm:ptLst>
  <dgm:cxnLst>
    <dgm:cxn modelId="{988D4E12-35A0-4703-897B-AC405E7C540E}" type="presOf" srcId="{6C692283-E15D-4AB7-840C-BCD7A69934D3}" destId="{746FFD70-EC5C-4649-B3F9-641BC302E82D}" srcOrd="0" destOrd="0" presId="urn:microsoft.com/office/officeart/2016/7/layout/BasicLinearProcessNumbered"/>
    <dgm:cxn modelId="{DEC5E617-0E31-4DAE-BC4F-E119229D11DF}" type="presOf" srcId="{B24D4E90-54A9-440E-BD98-5BB26C3E6496}" destId="{E613CE5F-8AA6-48E5-9240-F0653D5DACDB}" srcOrd="0" destOrd="0" presId="urn:microsoft.com/office/officeart/2016/7/layout/BasicLinearProcessNumbered"/>
    <dgm:cxn modelId="{9168401D-E46C-4AED-9F45-2FA023304997}" srcId="{D2B8DEEA-10C0-4A01-8760-A735CD4ECE18}" destId="{7C2B25B5-55A9-4B75-98C9-3DED21A7C1A6}" srcOrd="5" destOrd="0" parTransId="{9F881CA3-6D69-4761-ACA4-1CBADA380478}" sibTransId="{36BAB30F-31F0-4ADD-A0E2-66B711007367}"/>
    <dgm:cxn modelId="{2FF71621-7A55-4A1B-B994-3EEBAF0A1FFC}" srcId="{D2B8DEEA-10C0-4A01-8760-A735CD4ECE18}" destId="{96BB201B-8A62-48F1-8280-02C7E1F3667A}" srcOrd="4" destOrd="0" parTransId="{F0DB8DD6-2A99-4C6C-8F88-7AA041B07BA7}" sibTransId="{B24D4E90-54A9-440E-BD98-5BB26C3E6496}"/>
    <dgm:cxn modelId="{F3839522-5FFA-4F63-B968-1368CB1180AF}" type="presOf" srcId="{E67DC348-DF16-4B30-99DF-A2B5B20ECF3D}" destId="{7F9A12EE-D138-489E-A869-875AFF8F18DB}" srcOrd="1" destOrd="0" presId="urn:microsoft.com/office/officeart/2016/7/layout/BasicLinearProcessNumbered"/>
    <dgm:cxn modelId="{70A92D2E-91A7-484F-988B-C02842284AC7}" type="presOf" srcId="{800E15DA-176A-4716-A9C7-8A05F6945242}" destId="{EAE7FA68-8932-4E64-B21F-6281F9FFE6DC}" srcOrd="0" destOrd="0" presId="urn:microsoft.com/office/officeart/2016/7/layout/BasicLinearProcessNumbered"/>
    <dgm:cxn modelId="{4EFB4631-B639-4E2A-94D4-D8CD8B319E3D}" type="presOf" srcId="{F841A38B-83B7-46E8-B3CE-73A7A19C6A73}" destId="{DDC545EE-632E-473D-87F0-E0894CB39D82}" srcOrd="1" destOrd="0" presId="urn:microsoft.com/office/officeart/2016/7/layout/BasicLinearProcessNumbered"/>
    <dgm:cxn modelId="{A3252935-2364-479D-A4CA-A3B4D99DF5FF}" type="presOf" srcId="{496A8CBC-6984-44FD-8DFE-8D7E3EAB63B6}" destId="{58D9889B-F6A1-4BB2-AF1D-681C5C869597}" srcOrd="0" destOrd="0" presId="urn:microsoft.com/office/officeart/2016/7/layout/BasicLinearProcessNumbered"/>
    <dgm:cxn modelId="{4DC6AA41-5A64-458B-A286-C5A2EB3932DC}" type="presOf" srcId="{96BB201B-8A62-48F1-8280-02C7E1F3667A}" destId="{904F6D9F-FB7F-4192-A52B-4EEBBD4CAD6A}" srcOrd="0" destOrd="0" presId="urn:microsoft.com/office/officeart/2016/7/layout/BasicLinearProcessNumbered"/>
    <dgm:cxn modelId="{DBBBC442-E5B0-4BE7-A0D7-3D963EBF47DC}" type="presOf" srcId="{EC6D6C72-3871-496C-B21C-AD399EB5EED5}" destId="{1034A319-D7D4-43F9-894F-5E37D8E9A1B1}" srcOrd="0" destOrd="0" presId="urn:microsoft.com/office/officeart/2016/7/layout/BasicLinearProcessNumbered"/>
    <dgm:cxn modelId="{98634A66-E405-48F6-A9A3-D1F5D53EDC5F}" type="presOf" srcId="{B2184040-A527-4FEE-B84C-BAF4407E76EA}" destId="{4C7DCCA6-75AF-46AA-847A-6E66BFDCDD1D}" srcOrd="0" destOrd="0" presId="urn:microsoft.com/office/officeart/2016/7/layout/BasicLinearProcessNumbered"/>
    <dgm:cxn modelId="{1CC0B56C-C963-4C5A-9C08-53599EE79265}" srcId="{D2B8DEEA-10C0-4A01-8760-A735CD4ECE18}" destId="{496A8CBC-6984-44FD-8DFE-8D7E3EAB63B6}" srcOrd="1" destOrd="0" parTransId="{8411103B-D853-4DDD-AE7E-628405FF1EFA}" sibTransId="{B2184040-A527-4FEE-B84C-BAF4407E76EA}"/>
    <dgm:cxn modelId="{0BBB5B51-75BA-4BB6-A772-C0B910B4D8B0}" type="presOf" srcId="{D2B8DEEA-10C0-4A01-8760-A735CD4ECE18}" destId="{65C6B022-FE1E-4310-9604-AAC4C2A6061C}" srcOrd="0" destOrd="0" presId="urn:microsoft.com/office/officeart/2016/7/layout/BasicLinearProcessNumbered"/>
    <dgm:cxn modelId="{68E45A80-82CD-4A53-AA71-577688086BFC}" type="presOf" srcId="{7C2B25B5-55A9-4B75-98C9-3DED21A7C1A6}" destId="{8D8C83F8-B4B5-4137-B73E-3CE68660C59D}" srcOrd="1" destOrd="0" presId="urn:microsoft.com/office/officeart/2016/7/layout/BasicLinearProcessNumbered"/>
    <dgm:cxn modelId="{842A5489-86C9-4400-A428-49D8991C36DD}" type="presOf" srcId="{496A8CBC-6984-44FD-8DFE-8D7E3EAB63B6}" destId="{CC81A11A-35E9-412A-A827-0B602F43141D}" srcOrd="1" destOrd="0" presId="urn:microsoft.com/office/officeart/2016/7/layout/BasicLinearProcessNumbered"/>
    <dgm:cxn modelId="{D93B7093-42AF-49A0-9C4C-C6AA469F3B3B}" type="presOf" srcId="{36BAB30F-31F0-4ADD-A0E2-66B711007367}" destId="{453AF857-CD3E-4DE7-9057-8EE408B6AF4D}" srcOrd="0" destOrd="0" presId="urn:microsoft.com/office/officeart/2016/7/layout/BasicLinearProcessNumbered"/>
    <dgm:cxn modelId="{02811F96-9B3E-48AB-931F-34BCB6E3D967}" type="presOf" srcId="{7C2B25B5-55A9-4B75-98C9-3DED21A7C1A6}" destId="{BB8B5BB0-413B-4894-879D-0CC27701B752}" srcOrd="0" destOrd="0" presId="urn:microsoft.com/office/officeart/2016/7/layout/BasicLinearProcessNumbered"/>
    <dgm:cxn modelId="{2681CAA6-F954-4F9D-BBEB-577B8651525C}" type="presOf" srcId="{96BB201B-8A62-48F1-8280-02C7E1F3667A}" destId="{B21D8323-A417-452E-9D0C-E80CD8DC3307}" srcOrd="1" destOrd="0" presId="urn:microsoft.com/office/officeart/2016/7/layout/BasicLinearProcessNumbered"/>
    <dgm:cxn modelId="{483DFBBE-044B-4B31-89B4-7F0BF766778A}" type="presOf" srcId="{E67DC348-DF16-4B30-99DF-A2B5B20ECF3D}" destId="{6D47F0F8-2A6F-4380-8D9A-5A323F561D67}" srcOrd="0" destOrd="0" presId="urn:microsoft.com/office/officeart/2016/7/layout/BasicLinearProcessNumbered"/>
    <dgm:cxn modelId="{41A1C5D4-84E7-4F86-8AC7-2C8CC22CABF1}" srcId="{D2B8DEEA-10C0-4A01-8760-A735CD4ECE18}" destId="{F841A38B-83B7-46E8-B3CE-73A7A19C6A73}" srcOrd="2" destOrd="0" parTransId="{61FA9B84-3C92-40AA-B9CE-B0F8299946F3}" sibTransId="{EC6D6C72-3871-496C-B21C-AD399EB5EED5}"/>
    <dgm:cxn modelId="{69B470DD-B3FE-4C45-8498-356F83FC086D}" type="presOf" srcId="{EE067BF9-E916-451B-9BD9-6F015FCA2BD8}" destId="{9B34F498-26A3-4493-BD9E-0DFB6709DAD2}" srcOrd="0" destOrd="0" presId="urn:microsoft.com/office/officeart/2016/7/layout/BasicLinearProcessNumbered"/>
    <dgm:cxn modelId="{5DBC29ED-3463-415A-9A5C-946555CBDDE9}" srcId="{D2B8DEEA-10C0-4A01-8760-A735CD4ECE18}" destId="{E67DC348-DF16-4B30-99DF-A2B5B20ECF3D}" srcOrd="3" destOrd="0" parTransId="{9E220CD7-621E-4575-9AA9-76A54D562681}" sibTransId="{EE067BF9-E916-451B-9BD9-6F015FCA2BD8}"/>
    <dgm:cxn modelId="{5808B3F1-E0A7-4AC8-8C47-ED8F83DC233C}" srcId="{D2B8DEEA-10C0-4A01-8760-A735CD4ECE18}" destId="{6C692283-E15D-4AB7-840C-BCD7A69934D3}" srcOrd="0" destOrd="0" parTransId="{C08201A2-CBBF-406D-8DE9-84A1435ACF58}" sibTransId="{800E15DA-176A-4716-A9C7-8A05F6945242}"/>
    <dgm:cxn modelId="{AC0320FC-1CF9-41C9-B09E-25E0F39A1B0F}" type="presOf" srcId="{6C692283-E15D-4AB7-840C-BCD7A69934D3}" destId="{1E996586-29FD-43AA-96B3-A5584294AF25}" srcOrd="1" destOrd="0" presId="urn:microsoft.com/office/officeart/2016/7/layout/BasicLinearProcessNumbered"/>
    <dgm:cxn modelId="{F456F9FF-21CD-483D-8C39-277B827D2591}" type="presOf" srcId="{F841A38B-83B7-46E8-B3CE-73A7A19C6A73}" destId="{0000940E-3EF2-4FF3-A8E9-62F20CEF3290}" srcOrd="0" destOrd="0" presId="urn:microsoft.com/office/officeart/2016/7/layout/BasicLinearProcessNumbered"/>
    <dgm:cxn modelId="{B017AFD0-57FE-42D4-948C-EEB4803D0A3D}" type="presParOf" srcId="{65C6B022-FE1E-4310-9604-AAC4C2A6061C}" destId="{D3674D77-35BA-4048-9D74-72293FD3F3C4}" srcOrd="0" destOrd="0" presId="urn:microsoft.com/office/officeart/2016/7/layout/BasicLinearProcessNumbered"/>
    <dgm:cxn modelId="{44706BA2-D537-4824-8AED-310BAEB08ABC}" type="presParOf" srcId="{D3674D77-35BA-4048-9D74-72293FD3F3C4}" destId="{746FFD70-EC5C-4649-B3F9-641BC302E82D}" srcOrd="0" destOrd="0" presId="urn:microsoft.com/office/officeart/2016/7/layout/BasicLinearProcessNumbered"/>
    <dgm:cxn modelId="{E41A3B74-AF83-4DCD-B698-19D6548DFE8D}" type="presParOf" srcId="{D3674D77-35BA-4048-9D74-72293FD3F3C4}" destId="{EAE7FA68-8932-4E64-B21F-6281F9FFE6DC}" srcOrd="1" destOrd="0" presId="urn:microsoft.com/office/officeart/2016/7/layout/BasicLinearProcessNumbered"/>
    <dgm:cxn modelId="{83BAA09C-B181-404F-924D-0EE9A5C549FD}" type="presParOf" srcId="{D3674D77-35BA-4048-9D74-72293FD3F3C4}" destId="{F6162B65-F3AA-4E52-879D-8B06BD1DE075}" srcOrd="2" destOrd="0" presId="urn:microsoft.com/office/officeart/2016/7/layout/BasicLinearProcessNumbered"/>
    <dgm:cxn modelId="{D5A7E213-A4EA-4BF2-A16A-81112D37172A}" type="presParOf" srcId="{D3674D77-35BA-4048-9D74-72293FD3F3C4}" destId="{1E996586-29FD-43AA-96B3-A5584294AF25}" srcOrd="3" destOrd="0" presId="urn:microsoft.com/office/officeart/2016/7/layout/BasicLinearProcessNumbered"/>
    <dgm:cxn modelId="{1290FAAA-DA60-401D-BADA-8CBCF18B5016}" type="presParOf" srcId="{65C6B022-FE1E-4310-9604-AAC4C2A6061C}" destId="{A7A96FA2-28E2-46BC-914E-8C8C092F8DEC}" srcOrd="1" destOrd="0" presId="urn:microsoft.com/office/officeart/2016/7/layout/BasicLinearProcessNumbered"/>
    <dgm:cxn modelId="{C733D3EA-CB7C-4677-ABBA-D4B94BC14A84}" type="presParOf" srcId="{65C6B022-FE1E-4310-9604-AAC4C2A6061C}" destId="{D904AABD-7747-4831-83D1-A096FE92C9BE}" srcOrd="2" destOrd="0" presId="urn:microsoft.com/office/officeart/2016/7/layout/BasicLinearProcessNumbered"/>
    <dgm:cxn modelId="{361FE152-85D5-4AB0-9C0E-1A798D7273C5}" type="presParOf" srcId="{D904AABD-7747-4831-83D1-A096FE92C9BE}" destId="{58D9889B-F6A1-4BB2-AF1D-681C5C869597}" srcOrd="0" destOrd="0" presId="urn:microsoft.com/office/officeart/2016/7/layout/BasicLinearProcessNumbered"/>
    <dgm:cxn modelId="{96E215D3-AA9E-4CBD-AB5A-9A1DBB1C33D5}" type="presParOf" srcId="{D904AABD-7747-4831-83D1-A096FE92C9BE}" destId="{4C7DCCA6-75AF-46AA-847A-6E66BFDCDD1D}" srcOrd="1" destOrd="0" presId="urn:microsoft.com/office/officeart/2016/7/layout/BasicLinearProcessNumbered"/>
    <dgm:cxn modelId="{DF2AA7A4-1E09-4176-B281-D6FE604E6B79}" type="presParOf" srcId="{D904AABD-7747-4831-83D1-A096FE92C9BE}" destId="{70B2BDC9-F221-48FD-9E66-7F7EF438B924}" srcOrd="2" destOrd="0" presId="urn:microsoft.com/office/officeart/2016/7/layout/BasicLinearProcessNumbered"/>
    <dgm:cxn modelId="{83C6CCF2-E74A-4733-9DF6-7E0F355942CE}" type="presParOf" srcId="{D904AABD-7747-4831-83D1-A096FE92C9BE}" destId="{CC81A11A-35E9-412A-A827-0B602F43141D}" srcOrd="3" destOrd="0" presId="urn:microsoft.com/office/officeart/2016/7/layout/BasicLinearProcessNumbered"/>
    <dgm:cxn modelId="{0EFF664E-746F-43C1-B7C6-A80466890DB6}" type="presParOf" srcId="{65C6B022-FE1E-4310-9604-AAC4C2A6061C}" destId="{A5BEDC6F-E26E-4A25-833A-AC23BD4C7A19}" srcOrd="3" destOrd="0" presId="urn:microsoft.com/office/officeart/2016/7/layout/BasicLinearProcessNumbered"/>
    <dgm:cxn modelId="{1F9BEA50-D5DD-42A5-A925-014FA81840A7}" type="presParOf" srcId="{65C6B022-FE1E-4310-9604-AAC4C2A6061C}" destId="{B9075648-A475-4599-B143-6A456C77BD73}" srcOrd="4" destOrd="0" presId="urn:microsoft.com/office/officeart/2016/7/layout/BasicLinearProcessNumbered"/>
    <dgm:cxn modelId="{43BFFF24-53F5-4C10-ADC7-92A69DC2C90C}" type="presParOf" srcId="{B9075648-A475-4599-B143-6A456C77BD73}" destId="{0000940E-3EF2-4FF3-A8E9-62F20CEF3290}" srcOrd="0" destOrd="0" presId="urn:microsoft.com/office/officeart/2016/7/layout/BasicLinearProcessNumbered"/>
    <dgm:cxn modelId="{79F2C5E9-E7E4-4ED4-8331-57C022E71254}" type="presParOf" srcId="{B9075648-A475-4599-B143-6A456C77BD73}" destId="{1034A319-D7D4-43F9-894F-5E37D8E9A1B1}" srcOrd="1" destOrd="0" presId="urn:microsoft.com/office/officeart/2016/7/layout/BasicLinearProcessNumbered"/>
    <dgm:cxn modelId="{3BA15F88-E65A-4793-924F-AF0E23DDEC77}" type="presParOf" srcId="{B9075648-A475-4599-B143-6A456C77BD73}" destId="{8A511268-A7B9-4C41-953B-D788E843F2F3}" srcOrd="2" destOrd="0" presId="urn:microsoft.com/office/officeart/2016/7/layout/BasicLinearProcessNumbered"/>
    <dgm:cxn modelId="{48132DF1-1644-4E97-8F99-CDC09ABCC53D}" type="presParOf" srcId="{B9075648-A475-4599-B143-6A456C77BD73}" destId="{DDC545EE-632E-473D-87F0-E0894CB39D82}" srcOrd="3" destOrd="0" presId="urn:microsoft.com/office/officeart/2016/7/layout/BasicLinearProcessNumbered"/>
    <dgm:cxn modelId="{B97748B8-7C31-4AA1-B353-630EEAF05C4F}" type="presParOf" srcId="{65C6B022-FE1E-4310-9604-AAC4C2A6061C}" destId="{0CAA10AA-9C43-4EF6-A3EF-A52B224BF380}" srcOrd="5" destOrd="0" presId="urn:microsoft.com/office/officeart/2016/7/layout/BasicLinearProcessNumbered"/>
    <dgm:cxn modelId="{4805B1FD-FAC7-4A16-85BA-572D85EAF406}" type="presParOf" srcId="{65C6B022-FE1E-4310-9604-AAC4C2A6061C}" destId="{007AF628-7E9B-4D16-B2A0-5E4C9213166B}" srcOrd="6" destOrd="0" presId="urn:microsoft.com/office/officeart/2016/7/layout/BasicLinearProcessNumbered"/>
    <dgm:cxn modelId="{080E227B-7F4F-4C7F-82D8-09550A052818}" type="presParOf" srcId="{007AF628-7E9B-4D16-B2A0-5E4C9213166B}" destId="{6D47F0F8-2A6F-4380-8D9A-5A323F561D67}" srcOrd="0" destOrd="0" presId="urn:microsoft.com/office/officeart/2016/7/layout/BasicLinearProcessNumbered"/>
    <dgm:cxn modelId="{90E2C35D-93BB-4717-956B-7E49A8F52E86}" type="presParOf" srcId="{007AF628-7E9B-4D16-B2A0-5E4C9213166B}" destId="{9B34F498-26A3-4493-BD9E-0DFB6709DAD2}" srcOrd="1" destOrd="0" presId="urn:microsoft.com/office/officeart/2016/7/layout/BasicLinearProcessNumbered"/>
    <dgm:cxn modelId="{1B05C9B3-31A8-40C0-98C1-15B12AE1E95A}" type="presParOf" srcId="{007AF628-7E9B-4D16-B2A0-5E4C9213166B}" destId="{E389C47B-558B-4B6D-A77C-6EAAE3BB25F8}" srcOrd="2" destOrd="0" presId="urn:microsoft.com/office/officeart/2016/7/layout/BasicLinearProcessNumbered"/>
    <dgm:cxn modelId="{42C4AA7E-8B16-4DD0-BA4E-4E4F8EC4DBC0}" type="presParOf" srcId="{007AF628-7E9B-4D16-B2A0-5E4C9213166B}" destId="{7F9A12EE-D138-489E-A869-875AFF8F18DB}" srcOrd="3" destOrd="0" presId="urn:microsoft.com/office/officeart/2016/7/layout/BasicLinearProcessNumbered"/>
    <dgm:cxn modelId="{DC43C0FE-09D1-45CA-AF2B-582797C909E3}" type="presParOf" srcId="{65C6B022-FE1E-4310-9604-AAC4C2A6061C}" destId="{E96CE00F-6CA8-46FA-852B-3E8B4FFD0F9D}" srcOrd="7" destOrd="0" presId="urn:microsoft.com/office/officeart/2016/7/layout/BasicLinearProcessNumbered"/>
    <dgm:cxn modelId="{7A7B7A34-7D32-45FA-952A-45F1635389BF}" type="presParOf" srcId="{65C6B022-FE1E-4310-9604-AAC4C2A6061C}" destId="{7E87948F-8EEC-4B4A-910D-7CCE8FA26EDD}" srcOrd="8" destOrd="0" presId="urn:microsoft.com/office/officeart/2016/7/layout/BasicLinearProcessNumbered"/>
    <dgm:cxn modelId="{53DACAAA-0AA3-46BF-871B-A4F8C96D9F8E}" type="presParOf" srcId="{7E87948F-8EEC-4B4A-910D-7CCE8FA26EDD}" destId="{904F6D9F-FB7F-4192-A52B-4EEBBD4CAD6A}" srcOrd="0" destOrd="0" presId="urn:microsoft.com/office/officeart/2016/7/layout/BasicLinearProcessNumbered"/>
    <dgm:cxn modelId="{33A3C961-DE6B-47DE-8E1C-B54F5C2E236F}" type="presParOf" srcId="{7E87948F-8EEC-4B4A-910D-7CCE8FA26EDD}" destId="{E613CE5F-8AA6-48E5-9240-F0653D5DACDB}" srcOrd="1" destOrd="0" presId="urn:microsoft.com/office/officeart/2016/7/layout/BasicLinearProcessNumbered"/>
    <dgm:cxn modelId="{62FE59BA-3ADB-428B-BAAD-958CDF3CB757}" type="presParOf" srcId="{7E87948F-8EEC-4B4A-910D-7CCE8FA26EDD}" destId="{7ACDC72C-076B-4F84-9C0B-F536372CF67F}" srcOrd="2" destOrd="0" presId="urn:microsoft.com/office/officeart/2016/7/layout/BasicLinearProcessNumbered"/>
    <dgm:cxn modelId="{E64B4A8B-6537-47B7-9736-CFD7143663F5}" type="presParOf" srcId="{7E87948F-8EEC-4B4A-910D-7CCE8FA26EDD}" destId="{B21D8323-A417-452E-9D0C-E80CD8DC3307}" srcOrd="3" destOrd="0" presId="urn:microsoft.com/office/officeart/2016/7/layout/BasicLinearProcessNumbered"/>
    <dgm:cxn modelId="{67BAAB06-8D99-4EBF-9D9F-4DFEA7CC064D}" type="presParOf" srcId="{65C6B022-FE1E-4310-9604-AAC4C2A6061C}" destId="{3E41B981-DADC-4CE7-BED1-7D6ED93FE2A7}" srcOrd="9" destOrd="0" presId="urn:microsoft.com/office/officeart/2016/7/layout/BasicLinearProcessNumbered"/>
    <dgm:cxn modelId="{A41B4263-7A68-4783-8E3E-9934ADB0693C}" type="presParOf" srcId="{65C6B022-FE1E-4310-9604-AAC4C2A6061C}" destId="{ADF316BE-138F-439B-B16A-1058DCCF60A3}" srcOrd="10" destOrd="0" presId="urn:microsoft.com/office/officeart/2016/7/layout/BasicLinearProcessNumbered"/>
    <dgm:cxn modelId="{9D5E296E-364B-4609-918D-1C1BC68F8457}" type="presParOf" srcId="{ADF316BE-138F-439B-B16A-1058DCCF60A3}" destId="{BB8B5BB0-413B-4894-879D-0CC27701B752}" srcOrd="0" destOrd="0" presId="urn:microsoft.com/office/officeart/2016/7/layout/BasicLinearProcessNumbered"/>
    <dgm:cxn modelId="{BAD5659D-5B07-44D9-8BAD-2B9CE15885A2}" type="presParOf" srcId="{ADF316BE-138F-439B-B16A-1058DCCF60A3}" destId="{453AF857-CD3E-4DE7-9057-8EE408B6AF4D}" srcOrd="1" destOrd="0" presId="urn:microsoft.com/office/officeart/2016/7/layout/BasicLinearProcessNumbered"/>
    <dgm:cxn modelId="{A8FE6586-8BD8-437E-82F1-C39CD80C44BB}" type="presParOf" srcId="{ADF316BE-138F-439B-B16A-1058DCCF60A3}" destId="{C80B37DB-A874-4CFC-9468-86D40E324A24}" srcOrd="2" destOrd="0" presId="urn:microsoft.com/office/officeart/2016/7/layout/BasicLinearProcessNumbered"/>
    <dgm:cxn modelId="{54DB5CC2-833D-4B6E-8D1A-C71A65DD3FDA}" type="presParOf" srcId="{ADF316BE-138F-439B-B16A-1058DCCF60A3}" destId="{8D8C83F8-B4B5-4137-B73E-3CE68660C59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26368B-67A7-467B-8DD3-E291FB979F9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CD4FE9-5AD8-4759-B148-9EB1EAF45928}">
      <dgm:prSet/>
      <dgm:spPr/>
      <dgm:t>
        <a:bodyPr/>
        <a:lstStyle/>
        <a:p>
          <a:r>
            <a:rPr lang="en-US"/>
            <a:t>High Priority (MVP Critical)</a:t>
          </a:r>
        </a:p>
      </dgm:t>
    </dgm:pt>
    <dgm:pt modelId="{51EBD4F0-0220-4057-9DDB-D4B4E0E400A5}" type="parTrans" cxnId="{CEAC2896-EBE3-45AE-8C74-40B58B031B0F}">
      <dgm:prSet/>
      <dgm:spPr/>
      <dgm:t>
        <a:bodyPr/>
        <a:lstStyle/>
        <a:p>
          <a:endParaRPr lang="en-US"/>
        </a:p>
      </dgm:t>
    </dgm:pt>
    <dgm:pt modelId="{668AAF7E-6A2B-4B3F-8C85-EB90C591DB11}" type="sibTrans" cxnId="{CEAC2896-EBE3-45AE-8C74-40B58B031B0F}">
      <dgm:prSet/>
      <dgm:spPr/>
      <dgm:t>
        <a:bodyPr/>
        <a:lstStyle/>
        <a:p>
          <a:endParaRPr lang="en-US"/>
        </a:p>
      </dgm:t>
    </dgm:pt>
    <dgm:pt modelId="{BBDC584C-64D7-4064-B7B2-1AD1BEF8943A}">
      <dgm:prSet/>
      <dgm:spPr/>
      <dgm:t>
        <a:bodyPr/>
        <a:lstStyle/>
        <a:p>
          <a:r>
            <a:rPr lang="en-US"/>
            <a:t>User Management - Sprint 2</a:t>
          </a:r>
        </a:p>
      </dgm:t>
    </dgm:pt>
    <dgm:pt modelId="{371A43FB-C012-44D3-83AF-E3856FC5AA03}" type="parTrans" cxnId="{EE3373FF-691F-440A-997D-E2D19D556E2F}">
      <dgm:prSet/>
      <dgm:spPr/>
      <dgm:t>
        <a:bodyPr/>
        <a:lstStyle/>
        <a:p>
          <a:endParaRPr lang="en-US"/>
        </a:p>
      </dgm:t>
    </dgm:pt>
    <dgm:pt modelId="{21354982-C626-453F-8BA0-D772D09D1DAE}" type="sibTrans" cxnId="{EE3373FF-691F-440A-997D-E2D19D556E2F}">
      <dgm:prSet/>
      <dgm:spPr/>
      <dgm:t>
        <a:bodyPr/>
        <a:lstStyle/>
        <a:p>
          <a:endParaRPr lang="en-US"/>
        </a:p>
      </dgm:t>
    </dgm:pt>
    <dgm:pt modelId="{5EE5BAAE-08B9-4D69-9D47-ECC306E186B9}">
      <dgm:prSet/>
      <dgm:spPr/>
      <dgm:t>
        <a:bodyPr/>
        <a:lstStyle/>
        <a:p>
          <a:r>
            <a:rPr lang="en-US"/>
            <a:t>Sign-up form, data storage</a:t>
          </a:r>
        </a:p>
      </dgm:t>
    </dgm:pt>
    <dgm:pt modelId="{B9238D3C-F755-4A16-BB99-D6D0691564D4}" type="parTrans" cxnId="{DED3CB88-CCBB-42B9-9892-447956AAC3CE}">
      <dgm:prSet/>
      <dgm:spPr/>
      <dgm:t>
        <a:bodyPr/>
        <a:lstStyle/>
        <a:p>
          <a:endParaRPr lang="en-US"/>
        </a:p>
      </dgm:t>
    </dgm:pt>
    <dgm:pt modelId="{FB85014F-82DA-4E48-B638-2A8915E1F72C}" type="sibTrans" cxnId="{DED3CB88-CCBB-42B9-9892-447956AAC3CE}">
      <dgm:prSet/>
      <dgm:spPr/>
      <dgm:t>
        <a:bodyPr/>
        <a:lstStyle/>
        <a:p>
          <a:endParaRPr lang="en-US"/>
        </a:p>
      </dgm:t>
    </dgm:pt>
    <dgm:pt modelId="{29F9E4BF-413E-450F-8378-AEDC48236648}">
      <dgm:prSet/>
      <dgm:spPr/>
      <dgm:t>
        <a:bodyPr/>
        <a:lstStyle/>
        <a:p>
          <a:r>
            <a:rPr lang="en-US"/>
            <a:t>Workout Module - Sprint 3</a:t>
          </a:r>
        </a:p>
      </dgm:t>
    </dgm:pt>
    <dgm:pt modelId="{3709A8C7-3B92-4CE0-93FF-9E12BD7AD042}" type="parTrans" cxnId="{1D25FDCF-E98C-433A-AC61-7546116A5FDA}">
      <dgm:prSet/>
      <dgm:spPr/>
      <dgm:t>
        <a:bodyPr/>
        <a:lstStyle/>
        <a:p>
          <a:endParaRPr lang="en-US"/>
        </a:p>
      </dgm:t>
    </dgm:pt>
    <dgm:pt modelId="{B656A970-D58B-4635-AB9B-FB96FF3DA818}" type="sibTrans" cxnId="{1D25FDCF-E98C-433A-AC61-7546116A5FDA}">
      <dgm:prSet/>
      <dgm:spPr/>
      <dgm:t>
        <a:bodyPr/>
        <a:lstStyle/>
        <a:p>
          <a:endParaRPr lang="en-US"/>
        </a:p>
      </dgm:t>
    </dgm:pt>
    <dgm:pt modelId="{649D8DD4-3445-4FCA-9D22-641AD322A424}">
      <dgm:prSet/>
      <dgm:spPr/>
      <dgm:t>
        <a:bodyPr/>
        <a:lstStyle/>
        <a:p>
          <a:r>
            <a:rPr lang="en-US"/>
            <a:t>Personalized generator, exercise DB</a:t>
          </a:r>
        </a:p>
      </dgm:t>
    </dgm:pt>
    <dgm:pt modelId="{695FBD72-EEE3-4311-913C-868B27D9B4A9}" type="parTrans" cxnId="{6A78F14F-D52A-49D0-B14D-A9C91ED037A6}">
      <dgm:prSet/>
      <dgm:spPr/>
      <dgm:t>
        <a:bodyPr/>
        <a:lstStyle/>
        <a:p>
          <a:endParaRPr lang="en-US"/>
        </a:p>
      </dgm:t>
    </dgm:pt>
    <dgm:pt modelId="{DC599298-0D46-4EEB-8A55-A71CFF7A740B}" type="sibTrans" cxnId="{6A78F14F-D52A-49D0-B14D-A9C91ED037A6}">
      <dgm:prSet/>
      <dgm:spPr/>
      <dgm:t>
        <a:bodyPr/>
        <a:lstStyle/>
        <a:p>
          <a:endParaRPr lang="en-US"/>
        </a:p>
      </dgm:t>
    </dgm:pt>
    <dgm:pt modelId="{E0201138-C68F-4B13-8FC7-109C68E828A9}">
      <dgm:prSet/>
      <dgm:spPr/>
      <dgm:t>
        <a:bodyPr/>
        <a:lstStyle/>
        <a:p>
          <a:r>
            <a:rPr lang="en-US"/>
            <a:t>Meal &amp; Nutrition - Sprint 3</a:t>
          </a:r>
        </a:p>
      </dgm:t>
    </dgm:pt>
    <dgm:pt modelId="{CA2EF41F-E9D3-4381-B972-5ADB511C97CB}" type="parTrans" cxnId="{6436613F-5B90-40C9-A0D7-00186779F209}">
      <dgm:prSet/>
      <dgm:spPr/>
      <dgm:t>
        <a:bodyPr/>
        <a:lstStyle/>
        <a:p>
          <a:endParaRPr lang="en-US"/>
        </a:p>
      </dgm:t>
    </dgm:pt>
    <dgm:pt modelId="{5167FF3E-A6D7-4E0F-8D1A-FF971063C613}" type="sibTrans" cxnId="{6436613F-5B90-40C9-A0D7-00186779F209}">
      <dgm:prSet/>
      <dgm:spPr/>
      <dgm:t>
        <a:bodyPr/>
        <a:lstStyle/>
        <a:p>
          <a:endParaRPr lang="en-US"/>
        </a:p>
      </dgm:t>
    </dgm:pt>
    <dgm:pt modelId="{A15860AF-47AA-490F-8FC9-ED77DBCA87FB}">
      <dgm:prSet/>
      <dgm:spPr/>
      <dgm:t>
        <a:bodyPr/>
        <a:lstStyle/>
        <a:p>
          <a:r>
            <a:rPr lang="en-US"/>
            <a:t>Meal plans, calorie tracking</a:t>
          </a:r>
        </a:p>
      </dgm:t>
    </dgm:pt>
    <dgm:pt modelId="{F4989E94-CB40-4703-B88B-9235017083B1}" type="parTrans" cxnId="{E867109D-384C-4DD2-8560-E19554322C5E}">
      <dgm:prSet/>
      <dgm:spPr/>
      <dgm:t>
        <a:bodyPr/>
        <a:lstStyle/>
        <a:p>
          <a:endParaRPr lang="en-US"/>
        </a:p>
      </dgm:t>
    </dgm:pt>
    <dgm:pt modelId="{BAB01AB4-B552-4A90-85CA-29FA3F74B3F3}" type="sibTrans" cxnId="{E867109D-384C-4DD2-8560-E19554322C5E}">
      <dgm:prSet/>
      <dgm:spPr/>
      <dgm:t>
        <a:bodyPr/>
        <a:lstStyle/>
        <a:p>
          <a:endParaRPr lang="en-US"/>
        </a:p>
      </dgm:t>
    </dgm:pt>
    <dgm:pt modelId="{5EEFA873-B66E-49DE-8BC4-1548BB80AF8F}">
      <dgm:prSet/>
      <dgm:spPr/>
      <dgm:t>
        <a:bodyPr/>
        <a:lstStyle/>
        <a:p>
          <a:r>
            <a:rPr lang="en-US"/>
            <a:t>Medium Priority</a:t>
          </a:r>
          <a:br>
            <a:rPr lang="en-US"/>
          </a:br>
          <a:r>
            <a:rPr lang="en-US"/>
            <a:t>4. Progress Tracking - Sprint 4</a:t>
          </a:r>
        </a:p>
      </dgm:t>
    </dgm:pt>
    <dgm:pt modelId="{CDBD4054-74D8-4CCC-8EEB-56DA09D7174A}" type="parTrans" cxnId="{2A7A72B5-59E0-46ED-8AA8-D32C0851BC47}">
      <dgm:prSet/>
      <dgm:spPr/>
      <dgm:t>
        <a:bodyPr/>
        <a:lstStyle/>
        <a:p>
          <a:endParaRPr lang="en-US"/>
        </a:p>
      </dgm:t>
    </dgm:pt>
    <dgm:pt modelId="{62C0D368-0C32-4244-9D8C-CE6C97368409}" type="sibTrans" cxnId="{2A7A72B5-59E0-46ED-8AA8-D32C0851BC47}">
      <dgm:prSet/>
      <dgm:spPr/>
      <dgm:t>
        <a:bodyPr/>
        <a:lstStyle/>
        <a:p>
          <a:endParaRPr lang="en-US"/>
        </a:p>
      </dgm:t>
    </dgm:pt>
    <dgm:pt modelId="{4EAF64C3-54E4-4742-A731-0C929589137E}">
      <dgm:prSet/>
      <dgm:spPr/>
      <dgm:t>
        <a:bodyPr/>
        <a:lstStyle/>
        <a:p>
          <a:r>
            <a:rPr lang="en-US"/>
            <a:t>History logging, progress visualization</a:t>
          </a:r>
        </a:p>
      </dgm:t>
    </dgm:pt>
    <dgm:pt modelId="{243F608D-E961-4AA9-B1EF-D846D9380EFC}" type="parTrans" cxnId="{763823A8-6EC9-4E17-B698-07FAB7936BFF}">
      <dgm:prSet/>
      <dgm:spPr/>
      <dgm:t>
        <a:bodyPr/>
        <a:lstStyle/>
        <a:p>
          <a:endParaRPr lang="en-US"/>
        </a:p>
      </dgm:t>
    </dgm:pt>
    <dgm:pt modelId="{5EB4F70A-4578-417C-98FC-663F417F8A6D}" type="sibTrans" cxnId="{763823A8-6EC9-4E17-B698-07FAB7936BFF}">
      <dgm:prSet/>
      <dgm:spPr/>
      <dgm:t>
        <a:bodyPr/>
        <a:lstStyle/>
        <a:p>
          <a:endParaRPr lang="en-US"/>
        </a:p>
      </dgm:t>
    </dgm:pt>
    <dgm:pt modelId="{292EF22F-996D-45EC-841B-79819E020E82}">
      <dgm:prSet/>
      <dgm:spPr/>
      <dgm:t>
        <a:bodyPr/>
        <a:lstStyle/>
        <a:p>
          <a:r>
            <a:rPr lang="en-US"/>
            <a:t>Backend &amp; Storage - Sprint 2,4</a:t>
          </a:r>
        </a:p>
      </dgm:t>
    </dgm:pt>
    <dgm:pt modelId="{E9D9950D-F7BB-400A-B921-D4EC4CED2E3B}" type="parTrans" cxnId="{154F0E6F-DE9B-44D0-8487-4A831B22ECD9}">
      <dgm:prSet/>
      <dgm:spPr/>
      <dgm:t>
        <a:bodyPr/>
        <a:lstStyle/>
        <a:p>
          <a:endParaRPr lang="en-US"/>
        </a:p>
      </dgm:t>
    </dgm:pt>
    <dgm:pt modelId="{A20D3F17-A3D6-4E80-8233-B6DE85AFA710}" type="sibTrans" cxnId="{154F0E6F-DE9B-44D0-8487-4A831B22ECD9}">
      <dgm:prSet/>
      <dgm:spPr/>
      <dgm:t>
        <a:bodyPr/>
        <a:lstStyle/>
        <a:p>
          <a:endParaRPr lang="en-US"/>
        </a:p>
      </dgm:t>
    </dgm:pt>
    <dgm:pt modelId="{CA3C6095-FE47-4377-AFD1-7808A21733CC}">
      <dgm:prSet/>
      <dgm:spPr/>
      <dgm:t>
        <a:bodyPr/>
        <a:lstStyle/>
        <a:p>
          <a:r>
            <a:rPr lang="en-US"/>
            <a:t>SQLite database, data integrity</a:t>
          </a:r>
        </a:p>
      </dgm:t>
    </dgm:pt>
    <dgm:pt modelId="{55779FC2-2C6A-4219-903C-7F7882C8E282}" type="parTrans" cxnId="{6360690B-E3E6-4DB4-B638-E1405C74F144}">
      <dgm:prSet/>
      <dgm:spPr/>
      <dgm:t>
        <a:bodyPr/>
        <a:lstStyle/>
        <a:p>
          <a:endParaRPr lang="en-US"/>
        </a:p>
      </dgm:t>
    </dgm:pt>
    <dgm:pt modelId="{35C94EA9-91C8-4441-87AC-9A8D63438874}" type="sibTrans" cxnId="{6360690B-E3E6-4DB4-B638-E1405C74F144}">
      <dgm:prSet/>
      <dgm:spPr/>
      <dgm:t>
        <a:bodyPr/>
        <a:lstStyle/>
        <a:p>
          <a:endParaRPr lang="en-US"/>
        </a:p>
      </dgm:t>
    </dgm:pt>
    <dgm:pt modelId="{13EC7F64-97C8-453E-BE25-4ED0C8F83D8C}">
      <dgm:prSet/>
      <dgm:spPr/>
      <dgm:t>
        <a:bodyPr/>
        <a:lstStyle/>
        <a:p>
          <a:r>
            <a:rPr lang="en-US"/>
            <a:t>Foundation &amp; Polish</a:t>
          </a:r>
          <a:br>
            <a:rPr lang="en-US"/>
          </a:br>
          <a:r>
            <a:rPr lang="en-US"/>
            <a:t>6. UI/UX Layer - Sprint 1,5</a:t>
          </a:r>
        </a:p>
      </dgm:t>
    </dgm:pt>
    <dgm:pt modelId="{567C2C13-9F59-40AA-A8A0-35A24E008A52}" type="parTrans" cxnId="{08732F98-C478-48D9-8E64-B9DDE315E92D}">
      <dgm:prSet/>
      <dgm:spPr/>
      <dgm:t>
        <a:bodyPr/>
        <a:lstStyle/>
        <a:p>
          <a:endParaRPr lang="en-US"/>
        </a:p>
      </dgm:t>
    </dgm:pt>
    <dgm:pt modelId="{A62190BE-442F-4555-B687-9825E41DC902}" type="sibTrans" cxnId="{08732F98-C478-48D9-8E64-B9DDE315E92D}">
      <dgm:prSet/>
      <dgm:spPr/>
      <dgm:t>
        <a:bodyPr/>
        <a:lstStyle/>
        <a:p>
          <a:endParaRPr lang="en-US"/>
        </a:p>
      </dgm:t>
    </dgm:pt>
    <dgm:pt modelId="{FE4B93CD-2DFF-4CA2-AD55-E1C79CB85EE5}">
      <dgm:prSet/>
      <dgm:spPr/>
      <dgm:t>
        <a:bodyPr/>
        <a:lstStyle/>
        <a:p>
          <a:r>
            <a:rPr lang="en-US"/>
            <a:t>Navigation, styling, user experience</a:t>
          </a:r>
        </a:p>
      </dgm:t>
    </dgm:pt>
    <dgm:pt modelId="{5A8E9071-765B-404F-ABA1-87EB2EDD5DE2}" type="parTrans" cxnId="{532C8A5B-643B-46D4-990D-FD64BDAC7EF3}">
      <dgm:prSet/>
      <dgm:spPr/>
      <dgm:t>
        <a:bodyPr/>
        <a:lstStyle/>
        <a:p>
          <a:endParaRPr lang="en-US"/>
        </a:p>
      </dgm:t>
    </dgm:pt>
    <dgm:pt modelId="{F3090A8C-4D90-425A-A6E6-BF2B9493E73D}" type="sibTrans" cxnId="{532C8A5B-643B-46D4-990D-FD64BDAC7EF3}">
      <dgm:prSet/>
      <dgm:spPr/>
      <dgm:t>
        <a:bodyPr/>
        <a:lstStyle/>
        <a:p>
          <a:endParaRPr lang="en-US"/>
        </a:p>
      </dgm:t>
    </dgm:pt>
    <dgm:pt modelId="{FC4CA09E-82A9-4B1F-A998-54BA30981AB2}" type="pres">
      <dgm:prSet presAssocID="{BD26368B-67A7-467B-8DD3-E291FB979F9C}" presName="Name0" presStyleCnt="0">
        <dgm:presLayoutVars>
          <dgm:dir/>
          <dgm:animLvl val="lvl"/>
          <dgm:resizeHandles val="exact"/>
        </dgm:presLayoutVars>
      </dgm:prSet>
      <dgm:spPr/>
    </dgm:pt>
    <dgm:pt modelId="{9E20D0B9-8B26-4EA1-BB01-A501EFAA76F2}" type="pres">
      <dgm:prSet presAssocID="{DDCD4FE9-5AD8-4759-B148-9EB1EAF45928}" presName="linNode" presStyleCnt="0"/>
      <dgm:spPr/>
    </dgm:pt>
    <dgm:pt modelId="{9C9F8A55-85D5-42CD-8696-373FB5643986}" type="pres">
      <dgm:prSet presAssocID="{DDCD4FE9-5AD8-4759-B148-9EB1EAF45928}" presName="parentText" presStyleLbl="node1" presStyleIdx="0" presStyleCnt="9">
        <dgm:presLayoutVars>
          <dgm:chMax val="1"/>
          <dgm:bulletEnabled val="1"/>
        </dgm:presLayoutVars>
      </dgm:prSet>
      <dgm:spPr/>
    </dgm:pt>
    <dgm:pt modelId="{426CAF43-C86B-4F72-B388-61363EAE0ECC}" type="pres">
      <dgm:prSet presAssocID="{668AAF7E-6A2B-4B3F-8C85-EB90C591DB11}" presName="sp" presStyleCnt="0"/>
      <dgm:spPr/>
    </dgm:pt>
    <dgm:pt modelId="{C807D52D-7B57-47CB-8ADC-60D3330215E7}" type="pres">
      <dgm:prSet presAssocID="{BBDC584C-64D7-4064-B7B2-1AD1BEF8943A}" presName="linNode" presStyleCnt="0"/>
      <dgm:spPr/>
    </dgm:pt>
    <dgm:pt modelId="{4457EEA8-E123-4B23-9C2F-C8D169E6150F}" type="pres">
      <dgm:prSet presAssocID="{BBDC584C-64D7-4064-B7B2-1AD1BEF8943A}" presName="parentText" presStyleLbl="node1" presStyleIdx="1" presStyleCnt="9">
        <dgm:presLayoutVars>
          <dgm:chMax val="1"/>
          <dgm:bulletEnabled val="1"/>
        </dgm:presLayoutVars>
      </dgm:prSet>
      <dgm:spPr/>
    </dgm:pt>
    <dgm:pt modelId="{8560DB52-824D-406B-8C9E-2CEF1512E59F}" type="pres">
      <dgm:prSet presAssocID="{BBDC584C-64D7-4064-B7B2-1AD1BEF8943A}" presName="descendantText" presStyleLbl="alignAccFollowNode1" presStyleIdx="0" presStyleCnt="4">
        <dgm:presLayoutVars>
          <dgm:bulletEnabled val="1"/>
        </dgm:presLayoutVars>
      </dgm:prSet>
      <dgm:spPr/>
    </dgm:pt>
    <dgm:pt modelId="{7E0F1FDB-8027-4C56-9A29-BF0398D55FDA}" type="pres">
      <dgm:prSet presAssocID="{21354982-C626-453F-8BA0-D772D09D1DAE}" presName="sp" presStyleCnt="0"/>
      <dgm:spPr/>
    </dgm:pt>
    <dgm:pt modelId="{E0E9DC12-909F-4627-94DD-C4CF2A77DC24}" type="pres">
      <dgm:prSet presAssocID="{29F9E4BF-413E-450F-8378-AEDC48236648}" presName="linNode" presStyleCnt="0"/>
      <dgm:spPr/>
    </dgm:pt>
    <dgm:pt modelId="{CA070A5F-8D3A-4994-81F0-9CE343DCFED2}" type="pres">
      <dgm:prSet presAssocID="{29F9E4BF-413E-450F-8378-AEDC48236648}" presName="parentText" presStyleLbl="node1" presStyleIdx="2" presStyleCnt="9">
        <dgm:presLayoutVars>
          <dgm:chMax val="1"/>
          <dgm:bulletEnabled val="1"/>
        </dgm:presLayoutVars>
      </dgm:prSet>
      <dgm:spPr/>
    </dgm:pt>
    <dgm:pt modelId="{0D8F7647-9BA8-4E1D-A8CC-1B5D5972E364}" type="pres">
      <dgm:prSet presAssocID="{29F9E4BF-413E-450F-8378-AEDC48236648}" presName="descendantText" presStyleLbl="alignAccFollowNode1" presStyleIdx="1" presStyleCnt="4">
        <dgm:presLayoutVars>
          <dgm:bulletEnabled val="1"/>
        </dgm:presLayoutVars>
      </dgm:prSet>
      <dgm:spPr/>
    </dgm:pt>
    <dgm:pt modelId="{D2DDA698-A752-468D-B742-4236159C539C}" type="pres">
      <dgm:prSet presAssocID="{B656A970-D58B-4635-AB9B-FB96FF3DA818}" presName="sp" presStyleCnt="0"/>
      <dgm:spPr/>
    </dgm:pt>
    <dgm:pt modelId="{EE9ADFED-A35D-4FDF-B532-B858FB7518CD}" type="pres">
      <dgm:prSet presAssocID="{E0201138-C68F-4B13-8FC7-109C68E828A9}" presName="linNode" presStyleCnt="0"/>
      <dgm:spPr/>
    </dgm:pt>
    <dgm:pt modelId="{EC235AB9-FF25-42B6-A729-5895C109A3DE}" type="pres">
      <dgm:prSet presAssocID="{E0201138-C68F-4B13-8FC7-109C68E828A9}" presName="parentText" presStyleLbl="node1" presStyleIdx="3" presStyleCnt="9">
        <dgm:presLayoutVars>
          <dgm:chMax val="1"/>
          <dgm:bulletEnabled val="1"/>
        </dgm:presLayoutVars>
      </dgm:prSet>
      <dgm:spPr/>
    </dgm:pt>
    <dgm:pt modelId="{5078EE55-0B6B-4D9D-A415-5C67B613B698}" type="pres">
      <dgm:prSet presAssocID="{E0201138-C68F-4B13-8FC7-109C68E828A9}" presName="descendantText" presStyleLbl="alignAccFollowNode1" presStyleIdx="2" presStyleCnt="4">
        <dgm:presLayoutVars>
          <dgm:bulletEnabled val="1"/>
        </dgm:presLayoutVars>
      </dgm:prSet>
      <dgm:spPr/>
    </dgm:pt>
    <dgm:pt modelId="{36D5DA8D-C31F-4AE7-9EEF-907E93B4E326}" type="pres">
      <dgm:prSet presAssocID="{5167FF3E-A6D7-4E0F-8D1A-FF971063C613}" presName="sp" presStyleCnt="0"/>
      <dgm:spPr/>
    </dgm:pt>
    <dgm:pt modelId="{5AB7851A-8D35-4A52-AAAE-B66B0D0F4126}" type="pres">
      <dgm:prSet presAssocID="{5EEFA873-B66E-49DE-8BC4-1548BB80AF8F}" presName="linNode" presStyleCnt="0"/>
      <dgm:spPr/>
    </dgm:pt>
    <dgm:pt modelId="{7A8AF36C-FC84-4CC0-8158-9A3A13B1F5E4}" type="pres">
      <dgm:prSet presAssocID="{5EEFA873-B66E-49DE-8BC4-1548BB80AF8F}" presName="parentText" presStyleLbl="node1" presStyleIdx="4" presStyleCnt="9">
        <dgm:presLayoutVars>
          <dgm:chMax val="1"/>
          <dgm:bulletEnabled val="1"/>
        </dgm:presLayoutVars>
      </dgm:prSet>
      <dgm:spPr/>
    </dgm:pt>
    <dgm:pt modelId="{4B399290-275A-47F4-9D63-5B396105EDCB}" type="pres">
      <dgm:prSet presAssocID="{62C0D368-0C32-4244-9D8C-CE6C97368409}" presName="sp" presStyleCnt="0"/>
      <dgm:spPr/>
    </dgm:pt>
    <dgm:pt modelId="{5A7689B8-34AC-45FA-86F1-83692B482D99}" type="pres">
      <dgm:prSet presAssocID="{4EAF64C3-54E4-4742-A731-0C929589137E}" presName="linNode" presStyleCnt="0"/>
      <dgm:spPr/>
    </dgm:pt>
    <dgm:pt modelId="{D478A341-191D-463D-A1A2-11D8734E835C}" type="pres">
      <dgm:prSet presAssocID="{4EAF64C3-54E4-4742-A731-0C929589137E}" presName="parentText" presStyleLbl="node1" presStyleIdx="5" presStyleCnt="9">
        <dgm:presLayoutVars>
          <dgm:chMax val="1"/>
          <dgm:bulletEnabled val="1"/>
        </dgm:presLayoutVars>
      </dgm:prSet>
      <dgm:spPr/>
    </dgm:pt>
    <dgm:pt modelId="{08066559-D6C8-441B-91C9-7E36DF5EFECD}" type="pres">
      <dgm:prSet presAssocID="{5EB4F70A-4578-417C-98FC-663F417F8A6D}" presName="sp" presStyleCnt="0"/>
      <dgm:spPr/>
    </dgm:pt>
    <dgm:pt modelId="{E64AA800-53E0-44C3-93BF-A5E69CC6E9A8}" type="pres">
      <dgm:prSet presAssocID="{292EF22F-996D-45EC-841B-79819E020E82}" presName="linNode" presStyleCnt="0"/>
      <dgm:spPr/>
    </dgm:pt>
    <dgm:pt modelId="{E3D2A50D-FDA1-461B-9D8B-473928E444ED}" type="pres">
      <dgm:prSet presAssocID="{292EF22F-996D-45EC-841B-79819E020E82}" presName="parentText" presStyleLbl="node1" presStyleIdx="6" presStyleCnt="9">
        <dgm:presLayoutVars>
          <dgm:chMax val="1"/>
          <dgm:bulletEnabled val="1"/>
        </dgm:presLayoutVars>
      </dgm:prSet>
      <dgm:spPr/>
    </dgm:pt>
    <dgm:pt modelId="{C504EED8-1C3B-4CBA-9C42-0688ACB9C9D0}" type="pres">
      <dgm:prSet presAssocID="{292EF22F-996D-45EC-841B-79819E020E82}" presName="descendantText" presStyleLbl="alignAccFollowNode1" presStyleIdx="3" presStyleCnt="4">
        <dgm:presLayoutVars>
          <dgm:bulletEnabled val="1"/>
        </dgm:presLayoutVars>
      </dgm:prSet>
      <dgm:spPr/>
    </dgm:pt>
    <dgm:pt modelId="{DCDCEE84-9F01-4A9D-A0E1-FF8D627B4106}" type="pres">
      <dgm:prSet presAssocID="{A20D3F17-A3D6-4E80-8233-B6DE85AFA710}" presName="sp" presStyleCnt="0"/>
      <dgm:spPr/>
    </dgm:pt>
    <dgm:pt modelId="{EBF1B767-0C02-4E83-B7F8-AE520A4D7622}" type="pres">
      <dgm:prSet presAssocID="{13EC7F64-97C8-453E-BE25-4ED0C8F83D8C}" presName="linNode" presStyleCnt="0"/>
      <dgm:spPr/>
    </dgm:pt>
    <dgm:pt modelId="{F5E85493-E675-4AEF-9194-95D4C099CFAC}" type="pres">
      <dgm:prSet presAssocID="{13EC7F64-97C8-453E-BE25-4ED0C8F83D8C}" presName="parentText" presStyleLbl="node1" presStyleIdx="7" presStyleCnt="9">
        <dgm:presLayoutVars>
          <dgm:chMax val="1"/>
          <dgm:bulletEnabled val="1"/>
        </dgm:presLayoutVars>
      </dgm:prSet>
      <dgm:spPr/>
    </dgm:pt>
    <dgm:pt modelId="{98B8EE59-878A-4C8F-8885-C84373E86A99}" type="pres">
      <dgm:prSet presAssocID="{A62190BE-442F-4555-B687-9825E41DC902}" presName="sp" presStyleCnt="0"/>
      <dgm:spPr/>
    </dgm:pt>
    <dgm:pt modelId="{48A163ED-11E4-43BB-80FD-493B44EBCA55}" type="pres">
      <dgm:prSet presAssocID="{FE4B93CD-2DFF-4CA2-AD55-E1C79CB85EE5}" presName="linNode" presStyleCnt="0"/>
      <dgm:spPr/>
    </dgm:pt>
    <dgm:pt modelId="{273DB531-EB82-4ED9-92A5-D11A40CBD106}" type="pres">
      <dgm:prSet presAssocID="{FE4B93CD-2DFF-4CA2-AD55-E1C79CB85EE5}" presName="parentText" presStyleLbl="node1" presStyleIdx="8" presStyleCnt="9">
        <dgm:presLayoutVars>
          <dgm:chMax val="1"/>
          <dgm:bulletEnabled val="1"/>
        </dgm:presLayoutVars>
      </dgm:prSet>
      <dgm:spPr/>
    </dgm:pt>
  </dgm:ptLst>
  <dgm:cxnLst>
    <dgm:cxn modelId="{6360690B-E3E6-4DB4-B638-E1405C74F144}" srcId="{292EF22F-996D-45EC-841B-79819E020E82}" destId="{CA3C6095-FE47-4377-AFD1-7808A21733CC}" srcOrd="0" destOrd="0" parTransId="{55779FC2-2C6A-4219-903C-7F7882C8E282}" sibTransId="{35C94EA9-91C8-4441-87AC-9A8D63438874}"/>
    <dgm:cxn modelId="{FFB05A0B-2C5E-42A3-B9CE-E75E854C99A3}" type="presOf" srcId="{A15860AF-47AA-490F-8FC9-ED77DBCA87FB}" destId="{5078EE55-0B6B-4D9D-A415-5C67B613B698}" srcOrd="0" destOrd="0" presId="urn:microsoft.com/office/officeart/2005/8/layout/vList5"/>
    <dgm:cxn modelId="{439A4212-BE6D-4794-A797-FEEBA86A2ED2}" type="presOf" srcId="{4EAF64C3-54E4-4742-A731-0C929589137E}" destId="{D478A341-191D-463D-A1A2-11D8734E835C}" srcOrd="0" destOrd="0" presId="urn:microsoft.com/office/officeart/2005/8/layout/vList5"/>
    <dgm:cxn modelId="{69093916-972D-4AFC-954D-26AB5C68CF20}" type="presOf" srcId="{BBDC584C-64D7-4064-B7B2-1AD1BEF8943A}" destId="{4457EEA8-E123-4B23-9C2F-C8D169E6150F}" srcOrd="0" destOrd="0" presId="urn:microsoft.com/office/officeart/2005/8/layout/vList5"/>
    <dgm:cxn modelId="{6436613F-5B90-40C9-A0D7-00186779F209}" srcId="{BD26368B-67A7-467B-8DD3-E291FB979F9C}" destId="{E0201138-C68F-4B13-8FC7-109C68E828A9}" srcOrd="3" destOrd="0" parTransId="{CA2EF41F-E9D3-4381-B972-5ADB511C97CB}" sibTransId="{5167FF3E-A6D7-4E0F-8D1A-FF971063C613}"/>
    <dgm:cxn modelId="{532C8A5B-643B-46D4-990D-FD64BDAC7EF3}" srcId="{BD26368B-67A7-467B-8DD3-E291FB979F9C}" destId="{FE4B93CD-2DFF-4CA2-AD55-E1C79CB85EE5}" srcOrd="8" destOrd="0" parTransId="{5A8E9071-765B-404F-ABA1-87EB2EDD5DE2}" sibTransId="{F3090A8C-4D90-425A-A6E6-BF2B9493E73D}"/>
    <dgm:cxn modelId="{154F0E6F-DE9B-44D0-8487-4A831B22ECD9}" srcId="{BD26368B-67A7-467B-8DD3-E291FB979F9C}" destId="{292EF22F-996D-45EC-841B-79819E020E82}" srcOrd="6" destOrd="0" parTransId="{E9D9950D-F7BB-400A-B921-D4EC4CED2E3B}" sibTransId="{A20D3F17-A3D6-4E80-8233-B6DE85AFA710}"/>
    <dgm:cxn modelId="{6A78F14F-D52A-49D0-B14D-A9C91ED037A6}" srcId="{29F9E4BF-413E-450F-8378-AEDC48236648}" destId="{649D8DD4-3445-4FCA-9D22-641AD322A424}" srcOrd="0" destOrd="0" parTransId="{695FBD72-EEE3-4311-913C-868B27D9B4A9}" sibTransId="{DC599298-0D46-4EEB-8A55-A71CFF7A740B}"/>
    <dgm:cxn modelId="{DED3CB88-CCBB-42B9-9892-447956AAC3CE}" srcId="{BBDC584C-64D7-4064-B7B2-1AD1BEF8943A}" destId="{5EE5BAAE-08B9-4D69-9D47-ECC306E186B9}" srcOrd="0" destOrd="0" parTransId="{B9238D3C-F755-4A16-BB99-D6D0691564D4}" sibTransId="{FB85014F-82DA-4E48-B638-2A8915E1F72C}"/>
    <dgm:cxn modelId="{8902408B-742C-4FCD-BD92-761BC5ACBC5B}" type="presOf" srcId="{649D8DD4-3445-4FCA-9D22-641AD322A424}" destId="{0D8F7647-9BA8-4E1D-A8CC-1B5D5972E364}" srcOrd="0" destOrd="0" presId="urn:microsoft.com/office/officeart/2005/8/layout/vList5"/>
    <dgm:cxn modelId="{D4561090-1B01-4448-927D-6145ACC1536C}" type="presOf" srcId="{E0201138-C68F-4B13-8FC7-109C68E828A9}" destId="{EC235AB9-FF25-42B6-A729-5895C109A3DE}" srcOrd="0" destOrd="0" presId="urn:microsoft.com/office/officeart/2005/8/layout/vList5"/>
    <dgm:cxn modelId="{CEAC2896-EBE3-45AE-8C74-40B58B031B0F}" srcId="{BD26368B-67A7-467B-8DD3-E291FB979F9C}" destId="{DDCD4FE9-5AD8-4759-B148-9EB1EAF45928}" srcOrd="0" destOrd="0" parTransId="{51EBD4F0-0220-4057-9DDB-D4B4E0E400A5}" sibTransId="{668AAF7E-6A2B-4B3F-8C85-EB90C591DB11}"/>
    <dgm:cxn modelId="{08732F98-C478-48D9-8E64-B9DDE315E92D}" srcId="{BD26368B-67A7-467B-8DD3-E291FB979F9C}" destId="{13EC7F64-97C8-453E-BE25-4ED0C8F83D8C}" srcOrd="7" destOrd="0" parTransId="{567C2C13-9F59-40AA-A8A0-35A24E008A52}" sibTransId="{A62190BE-442F-4555-B687-9825E41DC902}"/>
    <dgm:cxn modelId="{E43EAC98-682E-4A50-9B60-54391526466D}" type="presOf" srcId="{292EF22F-996D-45EC-841B-79819E020E82}" destId="{E3D2A50D-FDA1-461B-9D8B-473928E444ED}" srcOrd="0" destOrd="0" presId="urn:microsoft.com/office/officeart/2005/8/layout/vList5"/>
    <dgm:cxn modelId="{E867109D-384C-4DD2-8560-E19554322C5E}" srcId="{E0201138-C68F-4B13-8FC7-109C68E828A9}" destId="{A15860AF-47AA-490F-8FC9-ED77DBCA87FB}" srcOrd="0" destOrd="0" parTransId="{F4989E94-CB40-4703-B88B-9235017083B1}" sibTransId="{BAB01AB4-B552-4A90-85CA-29FA3F74B3F3}"/>
    <dgm:cxn modelId="{1486759D-5689-4698-A066-9760C3C82B14}" type="presOf" srcId="{5EEFA873-B66E-49DE-8BC4-1548BB80AF8F}" destId="{7A8AF36C-FC84-4CC0-8158-9A3A13B1F5E4}" srcOrd="0" destOrd="0" presId="urn:microsoft.com/office/officeart/2005/8/layout/vList5"/>
    <dgm:cxn modelId="{0FCB55A3-ED56-4A94-BDE3-FEE5093C7C26}" type="presOf" srcId="{FE4B93CD-2DFF-4CA2-AD55-E1C79CB85EE5}" destId="{273DB531-EB82-4ED9-92A5-D11A40CBD106}" srcOrd="0" destOrd="0" presId="urn:microsoft.com/office/officeart/2005/8/layout/vList5"/>
    <dgm:cxn modelId="{D92B00A8-C240-4C24-9C66-593B4F91EB88}" type="presOf" srcId="{BD26368B-67A7-467B-8DD3-E291FB979F9C}" destId="{FC4CA09E-82A9-4B1F-A998-54BA30981AB2}" srcOrd="0" destOrd="0" presId="urn:microsoft.com/office/officeart/2005/8/layout/vList5"/>
    <dgm:cxn modelId="{763823A8-6EC9-4E17-B698-07FAB7936BFF}" srcId="{BD26368B-67A7-467B-8DD3-E291FB979F9C}" destId="{4EAF64C3-54E4-4742-A731-0C929589137E}" srcOrd="5" destOrd="0" parTransId="{243F608D-E961-4AA9-B1EF-D846D9380EFC}" sibTransId="{5EB4F70A-4578-417C-98FC-663F417F8A6D}"/>
    <dgm:cxn modelId="{AE9422AD-7458-443A-8571-71BE9C4D56F3}" type="presOf" srcId="{5EE5BAAE-08B9-4D69-9D47-ECC306E186B9}" destId="{8560DB52-824D-406B-8C9E-2CEF1512E59F}" srcOrd="0" destOrd="0" presId="urn:microsoft.com/office/officeart/2005/8/layout/vList5"/>
    <dgm:cxn modelId="{2A7A72B5-59E0-46ED-8AA8-D32C0851BC47}" srcId="{BD26368B-67A7-467B-8DD3-E291FB979F9C}" destId="{5EEFA873-B66E-49DE-8BC4-1548BB80AF8F}" srcOrd="4" destOrd="0" parTransId="{CDBD4054-74D8-4CCC-8EEB-56DA09D7174A}" sibTransId="{62C0D368-0C32-4244-9D8C-CE6C97368409}"/>
    <dgm:cxn modelId="{AE5976B6-8F6B-4287-A08C-219DD380F385}" type="presOf" srcId="{29F9E4BF-413E-450F-8378-AEDC48236648}" destId="{CA070A5F-8D3A-4994-81F0-9CE343DCFED2}" srcOrd="0" destOrd="0" presId="urn:microsoft.com/office/officeart/2005/8/layout/vList5"/>
    <dgm:cxn modelId="{1D25FDCF-E98C-433A-AC61-7546116A5FDA}" srcId="{BD26368B-67A7-467B-8DD3-E291FB979F9C}" destId="{29F9E4BF-413E-450F-8378-AEDC48236648}" srcOrd="2" destOrd="0" parTransId="{3709A8C7-3B92-4CE0-93FF-9E12BD7AD042}" sibTransId="{B656A970-D58B-4635-AB9B-FB96FF3DA818}"/>
    <dgm:cxn modelId="{B55898D3-EFC3-4846-9DE1-D30D5652BE7A}" type="presOf" srcId="{DDCD4FE9-5AD8-4759-B148-9EB1EAF45928}" destId="{9C9F8A55-85D5-42CD-8696-373FB5643986}" srcOrd="0" destOrd="0" presId="urn:microsoft.com/office/officeart/2005/8/layout/vList5"/>
    <dgm:cxn modelId="{F86595F3-6ECB-4BA4-BB64-C55E2F07CB9E}" type="presOf" srcId="{13EC7F64-97C8-453E-BE25-4ED0C8F83D8C}" destId="{F5E85493-E675-4AEF-9194-95D4C099CFAC}" srcOrd="0" destOrd="0" presId="urn:microsoft.com/office/officeart/2005/8/layout/vList5"/>
    <dgm:cxn modelId="{03C13BFA-D0F6-4872-8FEB-74D3EFD3E192}" type="presOf" srcId="{CA3C6095-FE47-4377-AFD1-7808A21733CC}" destId="{C504EED8-1C3B-4CBA-9C42-0688ACB9C9D0}" srcOrd="0" destOrd="0" presId="urn:microsoft.com/office/officeart/2005/8/layout/vList5"/>
    <dgm:cxn modelId="{EE3373FF-691F-440A-997D-E2D19D556E2F}" srcId="{BD26368B-67A7-467B-8DD3-E291FB979F9C}" destId="{BBDC584C-64D7-4064-B7B2-1AD1BEF8943A}" srcOrd="1" destOrd="0" parTransId="{371A43FB-C012-44D3-83AF-E3856FC5AA03}" sibTransId="{21354982-C626-453F-8BA0-D772D09D1DAE}"/>
    <dgm:cxn modelId="{6A705ADB-B6BC-4A04-92E3-BDA6A75C6BA8}" type="presParOf" srcId="{FC4CA09E-82A9-4B1F-A998-54BA30981AB2}" destId="{9E20D0B9-8B26-4EA1-BB01-A501EFAA76F2}" srcOrd="0" destOrd="0" presId="urn:microsoft.com/office/officeart/2005/8/layout/vList5"/>
    <dgm:cxn modelId="{2C4E01BC-CE9F-47EF-BED2-42A06BE4B76E}" type="presParOf" srcId="{9E20D0B9-8B26-4EA1-BB01-A501EFAA76F2}" destId="{9C9F8A55-85D5-42CD-8696-373FB5643986}" srcOrd="0" destOrd="0" presId="urn:microsoft.com/office/officeart/2005/8/layout/vList5"/>
    <dgm:cxn modelId="{CACC2292-4D3F-4FF1-B1E9-60F1AC836ECC}" type="presParOf" srcId="{FC4CA09E-82A9-4B1F-A998-54BA30981AB2}" destId="{426CAF43-C86B-4F72-B388-61363EAE0ECC}" srcOrd="1" destOrd="0" presId="urn:microsoft.com/office/officeart/2005/8/layout/vList5"/>
    <dgm:cxn modelId="{1CEEB45F-7A25-46EC-9189-B972C62783D3}" type="presParOf" srcId="{FC4CA09E-82A9-4B1F-A998-54BA30981AB2}" destId="{C807D52D-7B57-47CB-8ADC-60D3330215E7}" srcOrd="2" destOrd="0" presId="urn:microsoft.com/office/officeart/2005/8/layout/vList5"/>
    <dgm:cxn modelId="{F6D89A5C-AF7F-41F0-AD37-4A026006970C}" type="presParOf" srcId="{C807D52D-7B57-47CB-8ADC-60D3330215E7}" destId="{4457EEA8-E123-4B23-9C2F-C8D169E6150F}" srcOrd="0" destOrd="0" presId="urn:microsoft.com/office/officeart/2005/8/layout/vList5"/>
    <dgm:cxn modelId="{1C7BCB27-6AAB-4CD0-808C-02B5E1EA9A9A}" type="presParOf" srcId="{C807D52D-7B57-47CB-8ADC-60D3330215E7}" destId="{8560DB52-824D-406B-8C9E-2CEF1512E59F}" srcOrd="1" destOrd="0" presId="urn:microsoft.com/office/officeart/2005/8/layout/vList5"/>
    <dgm:cxn modelId="{0132B720-F7CD-4CDC-B344-512F3D12D299}" type="presParOf" srcId="{FC4CA09E-82A9-4B1F-A998-54BA30981AB2}" destId="{7E0F1FDB-8027-4C56-9A29-BF0398D55FDA}" srcOrd="3" destOrd="0" presId="urn:microsoft.com/office/officeart/2005/8/layout/vList5"/>
    <dgm:cxn modelId="{631517DA-5AE6-43DC-876D-8A2B02D76501}" type="presParOf" srcId="{FC4CA09E-82A9-4B1F-A998-54BA30981AB2}" destId="{E0E9DC12-909F-4627-94DD-C4CF2A77DC24}" srcOrd="4" destOrd="0" presId="urn:microsoft.com/office/officeart/2005/8/layout/vList5"/>
    <dgm:cxn modelId="{D55C3F0C-4680-4C2C-9414-E5A0E2047C12}" type="presParOf" srcId="{E0E9DC12-909F-4627-94DD-C4CF2A77DC24}" destId="{CA070A5F-8D3A-4994-81F0-9CE343DCFED2}" srcOrd="0" destOrd="0" presId="urn:microsoft.com/office/officeart/2005/8/layout/vList5"/>
    <dgm:cxn modelId="{8F54635B-691A-4A9D-AC11-52A777ADDF28}" type="presParOf" srcId="{E0E9DC12-909F-4627-94DD-C4CF2A77DC24}" destId="{0D8F7647-9BA8-4E1D-A8CC-1B5D5972E364}" srcOrd="1" destOrd="0" presId="urn:microsoft.com/office/officeart/2005/8/layout/vList5"/>
    <dgm:cxn modelId="{768E4AF7-E5A9-413D-B4EF-949084F5725A}" type="presParOf" srcId="{FC4CA09E-82A9-4B1F-A998-54BA30981AB2}" destId="{D2DDA698-A752-468D-B742-4236159C539C}" srcOrd="5" destOrd="0" presId="urn:microsoft.com/office/officeart/2005/8/layout/vList5"/>
    <dgm:cxn modelId="{5F0451AA-A86B-4D3C-9480-24ACCBD99E9A}" type="presParOf" srcId="{FC4CA09E-82A9-4B1F-A998-54BA30981AB2}" destId="{EE9ADFED-A35D-4FDF-B532-B858FB7518CD}" srcOrd="6" destOrd="0" presId="urn:microsoft.com/office/officeart/2005/8/layout/vList5"/>
    <dgm:cxn modelId="{57FD584E-6633-4AE9-8A62-FC4696BA5CE6}" type="presParOf" srcId="{EE9ADFED-A35D-4FDF-B532-B858FB7518CD}" destId="{EC235AB9-FF25-42B6-A729-5895C109A3DE}" srcOrd="0" destOrd="0" presId="urn:microsoft.com/office/officeart/2005/8/layout/vList5"/>
    <dgm:cxn modelId="{13C5EEC8-16A3-4DFB-AC81-C3173201E2A7}" type="presParOf" srcId="{EE9ADFED-A35D-4FDF-B532-B858FB7518CD}" destId="{5078EE55-0B6B-4D9D-A415-5C67B613B698}" srcOrd="1" destOrd="0" presId="urn:microsoft.com/office/officeart/2005/8/layout/vList5"/>
    <dgm:cxn modelId="{13082F00-5726-4868-8D7C-0D01C3FF48BA}" type="presParOf" srcId="{FC4CA09E-82A9-4B1F-A998-54BA30981AB2}" destId="{36D5DA8D-C31F-4AE7-9EEF-907E93B4E326}" srcOrd="7" destOrd="0" presId="urn:microsoft.com/office/officeart/2005/8/layout/vList5"/>
    <dgm:cxn modelId="{16B71C7F-4B34-4FFC-9197-B8D81BA08F9F}" type="presParOf" srcId="{FC4CA09E-82A9-4B1F-A998-54BA30981AB2}" destId="{5AB7851A-8D35-4A52-AAAE-B66B0D0F4126}" srcOrd="8" destOrd="0" presId="urn:microsoft.com/office/officeart/2005/8/layout/vList5"/>
    <dgm:cxn modelId="{AA2DDD0A-8560-41A5-BB5B-CBB46F96699B}" type="presParOf" srcId="{5AB7851A-8D35-4A52-AAAE-B66B0D0F4126}" destId="{7A8AF36C-FC84-4CC0-8158-9A3A13B1F5E4}" srcOrd="0" destOrd="0" presId="urn:microsoft.com/office/officeart/2005/8/layout/vList5"/>
    <dgm:cxn modelId="{95D7C4DD-5958-4DAC-B142-6D17D02D2C60}" type="presParOf" srcId="{FC4CA09E-82A9-4B1F-A998-54BA30981AB2}" destId="{4B399290-275A-47F4-9D63-5B396105EDCB}" srcOrd="9" destOrd="0" presId="urn:microsoft.com/office/officeart/2005/8/layout/vList5"/>
    <dgm:cxn modelId="{A07903EF-EB87-46AA-942B-6F2491483C9D}" type="presParOf" srcId="{FC4CA09E-82A9-4B1F-A998-54BA30981AB2}" destId="{5A7689B8-34AC-45FA-86F1-83692B482D99}" srcOrd="10" destOrd="0" presId="urn:microsoft.com/office/officeart/2005/8/layout/vList5"/>
    <dgm:cxn modelId="{94F2932F-0C9A-4AE4-9D93-E6E206319A01}" type="presParOf" srcId="{5A7689B8-34AC-45FA-86F1-83692B482D99}" destId="{D478A341-191D-463D-A1A2-11D8734E835C}" srcOrd="0" destOrd="0" presId="urn:microsoft.com/office/officeart/2005/8/layout/vList5"/>
    <dgm:cxn modelId="{0592343A-D1F3-4188-9170-4AFE20FE983A}" type="presParOf" srcId="{FC4CA09E-82A9-4B1F-A998-54BA30981AB2}" destId="{08066559-D6C8-441B-91C9-7E36DF5EFECD}" srcOrd="11" destOrd="0" presId="urn:microsoft.com/office/officeart/2005/8/layout/vList5"/>
    <dgm:cxn modelId="{8511A719-85FC-4944-9FD6-02CDA7C20374}" type="presParOf" srcId="{FC4CA09E-82A9-4B1F-A998-54BA30981AB2}" destId="{E64AA800-53E0-44C3-93BF-A5E69CC6E9A8}" srcOrd="12" destOrd="0" presId="urn:microsoft.com/office/officeart/2005/8/layout/vList5"/>
    <dgm:cxn modelId="{F28EBE20-9F28-4F6A-8ABA-016E33F84670}" type="presParOf" srcId="{E64AA800-53E0-44C3-93BF-A5E69CC6E9A8}" destId="{E3D2A50D-FDA1-461B-9D8B-473928E444ED}" srcOrd="0" destOrd="0" presId="urn:microsoft.com/office/officeart/2005/8/layout/vList5"/>
    <dgm:cxn modelId="{FFC70C4F-471B-479B-BA83-7EFC430AED22}" type="presParOf" srcId="{E64AA800-53E0-44C3-93BF-A5E69CC6E9A8}" destId="{C504EED8-1C3B-4CBA-9C42-0688ACB9C9D0}" srcOrd="1" destOrd="0" presId="urn:microsoft.com/office/officeart/2005/8/layout/vList5"/>
    <dgm:cxn modelId="{827628DF-59A0-4E40-B53D-F4D3E5B6EC63}" type="presParOf" srcId="{FC4CA09E-82A9-4B1F-A998-54BA30981AB2}" destId="{DCDCEE84-9F01-4A9D-A0E1-FF8D627B4106}" srcOrd="13" destOrd="0" presId="urn:microsoft.com/office/officeart/2005/8/layout/vList5"/>
    <dgm:cxn modelId="{C3271FF2-C4BF-4E72-AF9A-F4F58D5B4121}" type="presParOf" srcId="{FC4CA09E-82A9-4B1F-A998-54BA30981AB2}" destId="{EBF1B767-0C02-4E83-B7F8-AE520A4D7622}" srcOrd="14" destOrd="0" presId="urn:microsoft.com/office/officeart/2005/8/layout/vList5"/>
    <dgm:cxn modelId="{ECDC3E7C-7892-4F81-A44D-27D52115D356}" type="presParOf" srcId="{EBF1B767-0C02-4E83-B7F8-AE520A4D7622}" destId="{F5E85493-E675-4AEF-9194-95D4C099CFAC}" srcOrd="0" destOrd="0" presId="urn:microsoft.com/office/officeart/2005/8/layout/vList5"/>
    <dgm:cxn modelId="{2656D51D-FA80-4E60-A287-44340E771389}" type="presParOf" srcId="{FC4CA09E-82A9-4B1F-A998-54BA30981AB2}" destId="{98B8EE59-878A-4C8F-8885-C84373E86A99}" srcOrd="15" destOrd="0" presId="urn:microsoft.com/office/officeart/2005/8/layout/vList5"/>
    <dgm:cxn modelId="{72290334-2998-47BD-A346-2AC4CBA1EDD5}" type="presParOf" srcId="{FC4CA09E-82A9-4B1F-A998-54BA30981AB2}" destId="{48A163ED-11E4-43BB-80FD-493B44EBCA55}" srcOrd="16" destOrd="0" presId="urn:microsoft.com/office/officeart/2005/8/layout/vList5"/>
    <dgm:cxn modelId="{9037EA7B-DAC6-406A-A3B9-C69FC87456B9}" type="presParOf" srcId="{48A163ED-11E4-43BB-80FD-493B44EBCA55}" destId="{273DB531-EB82-4ED9-92A5-D11A40CBD10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47DCF6-9AAE-4963-8ABF-991793E6FA5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038C88-0283-4BA9-BA5E-110435E34649}">
      <dgm:prSet/>
      <dgm:spPr/>
      <dgm:t>
        <a:bodyPr/>
        <a:lstStyle/>
        <a:p>
          <a:r>
            <a:rPr lang="en-US"/>
            <a:t>All core features functional</a:t>
          </a:r>
        </a:p>
      </dgm:t>
    </dgm:pt>
    <dgm:pt modelId="{19CEA44E-7B33-4EB0-AE97-DA1032308D27}" type="parTrans" cxnId="{82F7D7F3-23D9-4779-BCC2-0EEB0C3C12C9}">
      <dgm:prSet/>
      <dgm:spPr/>
      <dgm:t>
        <a:bodyPr/>
        <a:lstStyle/>
        <a:p>
          <a:endParaRPr lang="en-US"/>
        </a:p>
      </dgm:t>
    </dgm:pt>
    <dgm:pt modelId="{06F70AD3-E9ED-4C61-97CC-C106AF4F14C0}" type="sibTrans" cxnId="{82F7D7F3-23D9-4779-BCC2-0EEB0C3C12C9}">
      <dgm:prSet/>
      <dgm:spPr/>
      <dgm:t>
        <a:bodyPr/>
        <a:lstStyle/>
        <a:p>
          <a:endParaRPr lang="en-US"/>
        </a:p>
      </dgm:t>
    </dgm:pt>
    <dgm:pt modelId="{EF059502-BEA0-470D-8680-6586408C7CF0}">
      <dgm:prSet/>
      <dgm:spPr/>
      <dgm:t>
        <a:bodyPr/>
        <a:lstStyle/>
        <a:p>
          <a:r>
            <a:rPr lang="en-US"/>
            <a:t>User data persists correctly</a:t>
          </a:r>
        </a:p>
      </dgm:t>
    </dgm:pt>
    <dgm:pt modelId="{843A2216-B168-459A-BE7D-4BA075160F74}" type="parTrans" cxnId="{AFD04D28-3E7D-4B4E-8374-50442422F2E3}">
      <dgm:prSet/>
      <dgm:spPr/>
      <dgm:t>
        <a:bodyPr/>
        <a:lstStyle/>
        <a:p>
          <a:endParaRPr lang="en-US"/>
        </a:p>
      </dgm:t>
    </dgm:pt>
    <dgm:pt modelId="{B2E27CEA-C3CD-407C-9E4F-F0728278286E}" type="sibTrans" cxnId="{AFD04D28-3E7D-4B4E-8374-50442422F2E3}">
      <dgm:prSet/>
      <dgm:spPr/>
      <dgm:t>
        <a:bodyPr/>
        <a:lstStyle/>
        <a:p>
          <a:endParaRPr lang="en-US"/>
        </a:p>
      </dgm:t>
    </dgm:pt>
    <dgm:pt modelId="{787921DA-8769-42F8-B6FF-30B524D18306}">
      <dgm:prSet/>
      <dgm:spPr/>
      <dgm:t>
        <a:bodyPr/>
        <a:lstStyle/>
        <a:p>
          <a:r>
            <a:rPr lang="en-US"/>
            <a:t>Basic personalization working</a:t>
          </a:r>
        </a:p>
      </dgm:t>
    </dgm:pt>
    <dgm:pt modelId="{92B9B1BB-3296-41D9-8A16-5764B60F63B4}" type="parTrans" cxnId="{BE645C36-FEEB-409F-A631-9DE7154863A4}">
      <dgm:prSet/>
      <dgm:spPr/>
      <dgm:t>
        <a:bodyPr/>
        <a:lstStyle/>
        <a:p>
          <a:endParaRPr lang="en-US"/>
        </a:p>
      </dgm:t>
    </dgm:pt>
    <dgm:pt modelId="{B45A901F-39F5-4D17-AC1B-B700B31A2D04}" type="sibTrans" cxnId="{BE645C36-FEEB-409F-A631-9DE7154863A4}">
      <dgm:prSet/>
      <dgm:spPr/>
      <dgm:t>
        <a:bodyPr/>
        <a:lstStyle/>
        <a:p>
          <a:endParaRPr lang="en-US"/>
        </a:p>
      </dgm:t>
    </dgm:pt>
    <dgm:pt modelId="{1FF89D40-6393-4F3E-9C7B-D8A063C50277}">
      <dgm:prSet/>
      <dgm:spPr/>
      <dgm:t>
        <a:bodyPr/>
        <a:lstStyle/>
        <a:p>
          <a:r>
            <a:rPr lang="en-US"/>
            <a:t>Clean, navigable interface</a:t>
          </a:r>
        </a:p>
      </dgm:t>
    </dgm:pt>
    <dgm:pt modelId="{699671EC-73BC-4F16-84F1-DC759D24D19A}" type="parTrans" cxnId="{8D25E1AF-BC3F-428E-BF34-1839D2D49C9E}">
      <dgm:prSet/>
      <dgm:spPr/>
      <dgm:t>
        <a:bodyPr/>
        <a:lstStyle/>
        <a:p>
          <a:endParaRPr lang="en-US"/>
        </a:p>
      </dgm:t>
    </dgm:pt>
    <dgm:pt modelId="{9E966D90-E05E-4EC4-B87C-CF82B9921C07}" type="sibTrans" cxnId="{8D25E1AF-BC3F-428E-BF34-1839D2D49C9E}">
      <dgm:prSet/>
      <dgm:spPr/>
      <dgm:t>
        <a:bodyPr/>
        <a:lstStyle/>
        <a:p>
          <a:endParaRPr lang="en-US"/>
        </a:p>
      </dgm:t>
    </dgm:pt>
    <dgm:pt modelId="{5131B87C-DB84-499F-A7B0-330230623ABD}">
      <dgm:prSet/>
      <dgm:spPr/>
      <dgm:t>
        <a:bodyPr/>
        <a:lstStyle/>
        <a:p>
          <a:r>
            <a:rPr lang="en-US"/>
            <a:t>Stable with no critical bugs</a:t>
          </a:r>
        </a:p>
      </dgm:t>
    </dgm:pt>
    <dgm:pt modelId="{C8CC1E6D-CB48-449A-9CBF-F7F7C5B8BA5A}" type="parTrans" cxnId="{5489C9E2-B540-4FE9-B854-7C3A4533B2F3}">
      <dgm:prSet/>
      <dgm:spPr/>
      <dgm:t>
        <a:bodyPr/>
        <a:lstStyle/>
        <a:p>
          <a:endParaRPr lang="en-US"/>
        </a:p>
      </dgm:t>
    </dgm:pt>
    <dgm:pt modelId="{10ED4D22-87AB-45D0-A3E5-FD46369BA643}" type="sibTrans" cxnId="{5489C9E2-B540-4FE9-B854-7C3A4533B2F3}">
      <dgm:prSet/>
      <dgm:spPr/>
      <dgm:t>
        <a:bodyPr/>
        <a:lstStyle/>
        <a:p>
          <a:endParaRPr lang="en-US"/>
        </a:p>
      </dgm:t>
    </dgm:pt>
    <dgm:pt modelId="{7E280626-B975-46C0-A1F8-31CA6D2DD917}">
      <dgm:prSet/>
      <dgm:spPr/>
      <dgm:t>
        <a:bodyPr/>
        <a:lstStyle/>
        <a:p>
          <a:r>
            <a:rPr lang="en-US" i="1"/>
            <a:t>Immediate Next Steps</a:t>
          </a:r>
          <a:endParaRPr lang="en-US"/>
        </a:p>
      </dgm:t>
    </dgm:pt>
    <dgm:pt modelId="{1E68D2E0-477A-4621-8B9E-9B95C3851822}" type="parTrans" cxnId="{8E871B37-4CD5-472E-AAFB-DBEF6C8D1991}">
      <dgm:prSet/>
      <dgm:spPr/>
      <dgm:t>
        <a:bodyPr/>
        <a:lstStyle/>
        <a:p>
          <a:endParaRPr lang="en-US"/>
        </a:p>
      </dgm:t>
    </dgm:pt>
    <dgm:pt modelId="{27F61BA1-1435-4A5F-91C7-3889154B4E88}" type="sibTrans" cxnId="{8E871B37-4CD5-472E-AAFB-DBEF6C8D1991}">
      <dgm:prSet/>
      <dgm:spPr/>
      <dgm:t>
        <a:bodyPr/>
        <a:lstStyle/>
        <a:p>
          <a:endParaRPr lang="en-US"/>
        </a:p>
      </dgm:t>
    </dgm:pt>
    <dgm:pt modelId="{0CE9B787-E63E-48DD-A3A0-50B268EDE9D2}">
      <dgm:prSet/>
      <dgm:spPr/>
      <dgm:t>
        <a:bodyPr/>
        <a:lstStyle/>
        <a:p>
          <a:r>
            <a:rPr lang="en-US"/>
            <a:t>Finalize Sprint 1 task breakdown</a:t>
          </a:r>
        </a:p>
      </dgm:t>
    </dgm:pt>
    <dgm:pt modelId="{3EC00BD7-CED0-4874-974C-5B87FA344059}" type="parTrans" cxnId="{D9F4861F-4F13-4F31-ACAB-7DDFD8A72729}">
      <dgm:prSet/>
      <dgm:spPr/>
      <dgm:t>
        <a:bodyPr/>
        <a:lstStyle/>
        <a:p>
          <a:endParaRPr lang="en-US"/>
        </a:p>
      </dgm:t>
    </dgm:pt>
    <dgm:pt modelId="{A7DE2978-8B99-4F57-BB2D-969EF7EDC7D6}" type="sibTrans" cxnId="{D9F4861F-4F13-4F31-ACAB-7DDFD8A72729}">
      <dgm:prSet/>
      <dgm:spPr/>
      <dgm:t>
        <a:bodyPr/>
        <a:lstStyle/>
        <a:p>
          <a:endParaRPr lang="en-US"/>
        </a:p>
      </dgm:t>
    </dgm:pt>
    <dgm:pt modelId="{38C5835A-5936-41E9-892D-3FB9D6BEA5C1}">
      <dgm:prSet/>
      <dgm:spPr/>
      <dgm:t>
        <a:bodyPr/>
        <a:lstStyle/>
        <a:p>
          <a:r>
            <a:rPr lang="en-US"/>
            <a:t>Begin UI/UX wireframing</a:t>
          </a:r>
        </a:p>
      </dgm:t>
    </dgm:pt>
    <dgm:pt modelId="{9C51043A-CF9F-4E83-B059-54ADCE9CB15A}" type="parTrans" cxnId="{B559587E-8444-4331-B0D3-1696B9B49A83}">
      <dgm:prSet/>
      <dgm:spPr/>
      <dgm:t>
        <a:bodyPr/>
        <a:lstStyle/>
        <a:p>
          <a:endParaRPr lang="en-US"/>
        </a:p>
      </dgm:t>
    </dgm:pt>
    <dgm:pt modelId="{235D2AF2-B2FE-4D35-A306-1396921228CC}" type="sibTrans" cxnId="{B559587E-8444-4331-B0D3-1696B9B49A83}">
      <dgm:prSet/>
      <dgm:spPr/>
      <dgm:t>
        <a:bodyPr/>
        <a:lstStyle/>
        <a:p>
          <a:endParaRPr lang="en-US"/>
        </a:p>
      </dgm:t>
    </dgm:pt>
    <dgm:pt modelId="{E5ACEFBA-C5C4-42A9-BEDD-215559A116DE}">
      <dgm:prSet/>
      <dgm:spPr/>
      <dgm:t>
        <a:bodyPr/>
        <a:lstStyle/>
        <a:p>
          <a:r>
            <a:rPr lang="en-US"/>
            <a:t>Set up development environment</a:t>
          </a:r>
        </a:p>
      </dgm:t>
    </dgm:pt>
    <dgm:pt modelId="{92CC29BC-915E-4632-929D-AC8DCFAA916E}" type="parTrans" cxnId="{39F48307-4E03-4243-813E-B9D8057250B6}">
      <dgm:prSet/>
      <dgm:spPr/>
      <dgm:t>
        <a:bodyPr/>
        <a:lstStyle/>
        <a:p>
          <a:endParaRPr lang="en-US"/>
        </a:p>
      </dgm:t>
    </dgm:pt>
    <dgm:pt modelId="{09080015-3E68-437C-BF29-3C5B9DCB1FC8}" type="sibTrans" cxnId="{39F48307-4E03-4243-813E-B9D8057250B6}">
      <dgm:prSet/>
      <dgm:spPr/>
      <dgm:t>
        <a:bodyPr/>
        <a:lstStyle/>
        <a:p>
          <a:endParaRPr lang="en-US"/>
        </a:p>
      </dgm:t>
    </dgm:pt>
    <dgm:pt modelId="{B11C6A53-BED2-4486-B91A-76E331FA7404}">
      <dgm:prSet/>
      <dgm:spPr/>
      <dgm:t>
        <a:bodyPr/>
        <a:lstStyle/>
        <a:p>
          <a:r>
            <a:rPr lang="en-US"/>
            <a:t>Establish team communication channels</a:t>
          </a:r>
        </a:p>
      </dgm:t>
    </dgm:pt>
    <dgm:pt modelId="{C051E2B0-C7ED-4569-8F17-968C20D1A7D4}" type="parTrans" cxnId="{7F492975-41BC-4B03-AC61-95E360D6AD11}">
      <dgm:prSet/>
      <dgm:spPr/>
      <dgm:t>
        <a:bodyPr/>
        <a:lstStyle/>
        <a:p>
          <a:endParaRPr lang="en-US"/>
        </a:p>
      </dgm:t>
    </dgm:pt>
    <dgm:pt modelId="{09EC868B-6F74-43FE-82B8-6A7F6A3641B1}" type="sibTrans" cxnId="{7F492975-41BC-4B03-AC61-95E360D6AD11}">
      <dgm:prSet/>
      <dgm:spPr/>
      <dgm:t>
        <a:bodyPr/>
        <a:lstStyle/>
        <a:p>
          <a:endParaRPr lang="en-US"/>
        </a:p>
      </dgm:t>
    </dgm:pt>
    <dgm:pt modelId="{69B36874-3781-471C-9B48-16501C7E2718}">
      <dgm:prSet/>
      <dgm:spPr/>
      <dgm:t>
        <a:bodyPr/>
        <a:lstStyle/>
        <a:p>
          <a:r>
            <a:rPr lang="en-US"/>
            <a:t>Post-MVP Vision</a:t>
          </a:r>
        </a:p>
      </dgm:t>
    </dgm:pt>
    <dgm:pt modelId="{B3A1C518-D021-4181-A24F-3768EE767D2C}" type="parTrans" cxnId="{26872D7F-CADA-4F01-95CD-E9B56B8D3E25}">
      <dgm:prSet/>
      <dgm:spPr/>
      <dgm:t>
        <a:bodyPr/>
        <a:lstStyle/>
        <a:p>
          <a:endParaRPr lang="en-US"/>
        </a:p>
      </dgm:t>
    </dgm:pt>
    <dgm:pt modelId="{DDE061E6-1108-43CD-8171-19E2E3096E79}" type="sibTrans" cxnId="{26872D7F-CADA-4F01-95CD-E9B56B8D3E25}">
      <dgm:prSet/>
      <dgm:spPr/>
      <dgm:t>
        <a:bodyPr/>
        <a:lstStyle/>
        <a:p>
          <a:endParaRPr lang="en-US"/>
        </a:p>
      </dgm:t>
    </dgm:pt>
    <dgm:pt modelId="{F5ADFC84-3710-4EA3-93B4-B40F1D06A808}">
      <dgm:prSet/>
      <dgm:spPr/>
      <dgm:t>
        <a:bodyPr/>
        <a:lstStyle/>
        <a:p>
          <a:r>
            <a:rPr lang="en-US"/>
            <a:t>Mobile app development</a:t>
          </a:r>
        </a:p>
      </dgm:t>
    </dgm:pt>
    <dgm:pt modelId="{200E1AC4-D3F8-4337-9E64-6577D3F5B194}" type="parTrans" cxnId="{052B0655-F5EE-46CC-8451-CFFB4766BBF7}">
      <dgm:prSet/>
      <dgm:spPr/>
      <dgm:t>
        <a:bodyPr/>
        <a:lstStyle/>
        <a:p>
          <a:endParaRPr lang="en-US"/>
        </a:p>
      </dgm:t>
    </dgm:pt>
    <dgm:pt modelId="{80486BBB-EDE0-40C0-9E59-BE5EA90AD467}" type="sibTrans" cxnId="{052B0655-F5EE-46CC-8451-CFFB4766BBF7}">
      <dgm:prSet/>
      <dgm:spPr/>
      <dgm:t>
        <a:bodyPr/>
        <a:lstStyle/>
        <a:p>
          <a:endParaRPr lang="en-US"/>
        </a:p>
      </dgm:t>
    </dgm:pt>
    <dgm:pt modelId="{D1B9E6AC-397A-48D7-9EE0-469349ECDFBB}">
      <dgm:prSet/>
      <dgm:spPr/>
      <dgm:t>
        <a:bodyPr/>
        <a:lstStyle/>
        <a:p>
          <a:r>
            <a:rPr lang="en-US"/>
            <a:t>Social features &amp; community building</a:t>
          </a:r>
        </a:p>
      </dgm:t>
    </dgm:pt>
    <dgm:pt modelId="{E4EFD8AA-B899-449B-A6D3-3960DF09BAEC}" type="parTrans" cxnId="{FDE48D99-4C14-42EC-B42D-5A3C5D8C5CD5}">
      <dgm:prSet/>
      <dgm:spPr/>
      <dgm:t>
        <a:bodyPr/>
        <a:lstStyle/>
        <a:p>
          <a:endParaRPr lang="en-US"/>
        </a:p>
      </dgm:t>
    </dgm:pt>
    <dgm:pt modelId="{80D9AD37-6EAA-4D75-8A9C-17323804F946}" type="sibTrans" cxnId="{FDE48D99-4C14-42EC-B42D-5A3C5D8C5CD5}">
      <dgm:prSet/>
      <dgm:spPr/>
      <dgm:t>
        <a:bodyPr/>
        <a:lstStyle/>
        <a:p>
          <a:endParaRPr lang="en-US"/>
        </a:p>
      </dgm:t>
    </dgm:pt>
    <dgm:pt modelId="{1FD1EC36-A2AB-412F-A25A-6E5D6070CC1C}">
      <dgm:prSet/>
      <dgm:spPr/>
      <dgm:t>
        <a:bodyPr/>
        <a:lstStyle/>
        <a:p>
          <a:r>
            <a:rPr lang="en-US"/>
            <a:t>Advanced analytics &amp; reporting</a:t>
          </a:r>
        </a:p>
      </dgm:t>
    </dgm:pt>
    <dgm:pt modelId="{1ADF7730-3569-457E-A711-29D66D5EA133}" type="parTrans" cxnId="{68CD3EF7-AACF-4DD2-BFBC-DEA1BDED84C4}">
      <dgm:prSet/>
      <dgm:spPr/>
      <dgm:t>
        <a:bodyPr/>
        <a:lstStyle/>
        <a:p>
          <a:endParaRPr lang="en-US"/>
        </a:p>
      </dgm:t>
    </dgm:pt>
    <dgm:pt modelId="{CE00CC48-41DF-4EE3-8B0A-C32E4D38CB4E}" type="sibTrans" cxnId="{68CD3EF7-AACF-4DD2-BFBC-DEA1BDED84C4}">
      <dgm:prSet/>
      <dgm:spPr/>
      <dgm:t>
        <a:bodyPr/>
        <a:lstStyle/>
        <a:p>
          <a:endParaRPr lang="en-US"/>
        </a:p>
      </dgm:t>
    </dgm:pt>
    <dgm:pt modelId="{558D9133-C16F-42BC-85AA-7BCA1B0E44D1}">
      <dgm:prSet/>
      <dgm:spPr/>
      <dgm:t>
        <a:bodyPr/>
        <a:lstStyle/>
        <a:p>
          <a:r>
            <a:rPr lang="en-US"/>
            <a:t>Integration with wearable devices</a:t>
          </a:r>
        </a:p>
      </dgm:t>
    </dgm:pt>
    <dgm:pt modelId="{4B717200-515A-49CA-86B3-DEA4AC65DE9A}" type="parTrans" cxnId="{B8BE51F6-610B-4DBF-92BC-ED50976FCB4C}">
      <dgm:prSet/>
      <dgm:spPr/>
      <dgm:t>
        <a:bodyPr/>
        <a:lstStyle/>
        <a:p>
          <a:endParaRPr lang="en-US"/>
        </a:p>
      </dgm:t>
    </dgm:pt>
    <dgm:pt modelId="{F957FFBB-62E0-423E-8B6E-A3B9F1B94968}" type="sibTrans" cxnId="{B8BE51F6-610B-4DBF-92BC-ED50976FCB4C}">
      <dgm:prSet/>
      <dgm:spPr/>
      <dgm:t>
        <a:bodyPr/>
        <a:lstStyle/>
        <a:p>
          <a:endParaRPr lang="en-US"/>
        </a:p>
      </dgm:t>
    </dgm:pt>
    <dgm:pt modelId="{01E0EDDE-C0F1-463D-A03F-5893CFF23F58}" type="pres">
      <dgm:prSet presAssocID="{B347DCF6-9AAE-4963-8ABF-991793E6FA5B}" presName="diagram" presStyleCnt="0">
        <dgm:presLayoutVars>
          <dgm:dir/>
          <dgm:resizeHandles val="exact"/>
        </dgm:presLayoutVars>
      </dgm:prSet>
      <dgm:spPr/>
    </dgm:pt>
    <dgm:pt modelId="{74142955-D6EF-4B63-B3A3-2DAE8E22EDE9}" type="pres">
      <dgm:prSet presAssocID="{5E038C88-0283-4BA9-BA5E-110435E34649}" presName="node" presStyleLbl="node1" presStyleIdx="0" presStyleCnt="15">
        <dgm:presLayoutVars>
          <dgm:bulletEnabled val="1"/>
        </dgm:presLayoutVars>
      </dgm:prSet>
      <dgm:spPr/>
    </dgm:pt>
    <dgm:pt modelId="{041F59E8-6909-4DB3-A1C7-DEC5917E05AE}" type="pres">
      <dgm:prSet presAssocID="{06F70AD3-E9ED-4C61-97CC-C106AF4F14C0}" presName="sibTrans" presStyleCnt="0"/>
      <dgm:spPr/>
    </dgm:pt>
    <dgm:pt modelId="{A751517D-64A9-42E9-8941-AC09C1BAA0E1}" type="pres">
      <dgm:prSet presAssocID="{EF059502-BEA0-470D-8680-6586408C7CF0}" presName="node" presStyleLbl="node1" presStyleIdx="1" presStyleCnt="15">
        <dgm:presLayoutVars>
          <dgm:bulletEnabled val="1"/>
        </dgm:presLayoutVars>
      </dgm:prSet>
      <dgm:spPr/>
    </dgm:pt>
    <dgm:pt modelId="{ACB2CE5D-B06A-4E74-BD8E-694769A2A464}" type="pres">
      <dgm:prSet presAssocID="{B2E27CEA-C3CD-407C-9E4F-F0728278286E}" presName="sibTrans" presStyleCnt="0"/>
      <dgm:spPr/>
    </dgm:pt>
    <dgm:pt modelId="{6D1E9606-B428-4608-8FBB-58B407183B69}" type="pres">
      <dgm:prSet presAssocID="{787921DA-8769-42F8-B6FF-30B524D18306}" presName="node" presStyleLbl="node1" presStyleIdx="2" presStyleCnt="15">
        <dgm:presLayoutVars>
          <dgm:bulletEnabled val="1"/>
        </dgm:presLayoutVars>
      </dgm:prSet>
      <dgm:spPr/>
    </dgm:pt>
    <dgm:pt modelId="{387A9CD6-3D5C-4524-A8FE-D73DBA6C59BC}" type="pres">
      <dgm:prSet presAssocID="{B45A901F-39F5-4D17-AC1B-B700B31A2D04}" presName="sibTrans" presStyleCnt="0"/>
      <dgm:spPr/>
    </dgm:pt>
    <dgm:pt modelId="{833DC744-4225-4D9A-8666-6B798D76BD5F}" type="pres">
      <dgm:prSet presAssocID="{1FF89D40-6393-4F3E-9C7B-D8A063C50277}" presName="node" presStyleLbl="node1" presStyleIdx="3" presStyleCnt="15">
        <dgm:presLayoutVars>
          <dgm:bulletEnabled val="1"/>
        </dgm:presLayoutVars>
      </dgm:prSet>
      <dgm:spPr/>
    </dgm:pt>
    <dgm:pt modelId="{9F5631A9-2434-4E35-8198-CE1B1DD12FBE}" type="pres">
      <dgm:prSet presAssocID="{9E966D90-E05E-4EC4-B87C-CF82B9921C07}" presName="sibTrans" presStyleCnt="0"/>
      <dgm:spPr/>
    </dgm:pt>
    <dgm:pt modelId="{39AB7B6B-5218-4453-BAC1-83A9F2650C17}" type="pres">
      <dgm:prSet presAssocID="{5131B87C-DB84-499F-A7B0-330230623ABD}" presName="node" presStyleLbl="node1" presStyleIdx="4" presStyleCnt="15">
        <dgm:presLayoutVars>
          <dgm:bulletEnabled val="1"/>
        </dgm:presLayoutVars>
      </dgm:prSet>
      <dgm:spPr/>
    </dgm:pt>
    <dgm:pt modelId="{7589584C-EC85-4E2A-AE58-74452C8DC01B}" type="pres">
      <dgm:prSet presAssocID="{10ED4D22-87AB-45D0-A3E5-FD46369BA643}" presName="sibTrans" presStyleCnt="0"/>
      <dgm:spPr/>
    </dgm:pt>
    <dgm:pt modelId="{E6AD61EA-B70F-42CD-AB2D-3C30937B84AE}" type="pres">
      <dgm:prSet presAssocID="{7E280626-B975-46C0-A1F8-31CA6D2DD917}" presName="node" presStyleLbl="node1" presStyleIdx="5" presStyleCnt="15">
        <dgm:presLayoutVars>
          <dgm:bulletEnabled val="1"/>
        </dgm:presLayoutVars>
      </dgm:prSet>
      <dgm:spPr/>
    </dgm:pt>
    <dgm:pt modelId="{BA556493-92AD-492A-B980-E698185B3473}" type="pres">
      <dgm:prSet presAssocID="{27F61BA1-1435-4A5F-91C7-3889154B4E88}" presName="sibTrans" presStyleCnt="0"/>
      <dgm:spPr/>
    </dgm:pt>
    <dgm:pt modelId="{A70BA02F-B3AA-447C-B3CD-507C05CAE0DA}" type="pres">
      <dgm:prSet presAssocID="{0CE9B787-E63E-48DD-A3A0-50B268EDE9D2}" presName="node" presStyleLbl="node1" presStyleIdx="6" presStyleCnt="15">
        <dgm:presLayoutVars>
          <dgm:bulletEnabled val="1"/>
        </dgm:presLayoutVars>
      </dgm:prSet>
      <dgm:spPr/>
    </dgm:pt>
    <dgm:pt modelId="{6D8D0047-346F-4E23-88CD-BF14F4D37D63}" type="pres">
      <dgm:prSet presAssocID="{A7DE2978-8B99-4F57-BB2D-969EF7EDC7D6}" presName="sibTrans" presStyleCnt="0"/>
      <dgm:spPr/>
    </dgm:pt>
    <dgm:pt modelId="{DC6D2BE4-6A8E-4B15-8CD8-F3B55BD82E14}" type="pres">
      <dgm:prSet presAssocID="{38C5835A-5936-41E9-892D-3FB9D6BEA5C1}" presName="node" presStyleLbl="node1" presStyleIdx="7" presStyleCnt="15">
        <dgm:presLayoutVars>
          <dgm:bulletEnabled val="1"/>
        </dgm:presLayoutVars>
      </dgm:prSet>
      <dgm:spPr/>
    </dgm:pt>
    <dgm:pt modelId="{C56E9949-48BE-47E7-AC9F-2F8687EEB82D}" type="pres">
      <dgm:prSet presAssocID="{235D2AF2-B2FE-4D35-A306-1396921228CC}" presName="sibTrans" presStyleCnt="0"/>
      <dgm:spPr/>
    </dgm:pt>
    <dgm:pt modelId="{7583000B-0904-4074-AB4F-43B4BDC68A24}" type="pres">
      <dgm:prSet presAssocID="{E5ACEFBA-C5C4-42A9-BEDD-215559A116DE}" presName="node" presStyleLbl="node1" presStyleIdx="8" presStyleCnt="15">
        <dgm:presLayoutVars>
          <dgm:bulletEnabled val="1"/>
        </dgm:presLayoutVars>
      </dgm:prSet>
      <dgm:spPr/>
    </dgm:pt>
    <dgm:pt modelId="{785D14AA-1017-4569-BE60-149355343158}" type="pres">
      <dgm:prSet presAssocID="{09080015-3E68-437C-BF29-3C5B9DCB1FC8}" presName="sibTrans" presStyleCnt="0"/>
      <dgm:spPr/>
    </dgm:pt>
    <dgm:pt modelId="{9AB424DA-341D-4CDA-8186-97B3866ED3B3}" type="pres">
      <dgm:prSet presAssocID="{B11C6A53-BED2-4486-B91A-76E331FA7404}" presName="node" presStyleLbl="node1" presStyleIdx="9" presStyleCnt="15">
        <dgm:presLayoutVars>
          <dgm:bulletEnabled val="1"/>
        </dgm:presLayoutVars>
      </dgm:prSet>
      <dgm:spPr/>
    </dgm:pt>
    <dgm:pt modelId="{00112D1C-DFD8-4567-83FE-C3DA38C51657}" type="pres">
      <dgm:prSet presAssocID="{09EC868B-6F74-43FE-82B8-6A7F6A3641B1}" presName="sibTrans" presStyleCnt="0"/>
      <dgm:spPr/>
    </dgm:pt>
    <dgm:pt modelId="{D5CC037D-162B-4316-8FE2-76814B93975F}" type="pres">
      <dgm:prSet presAssocID="{69B36874-3781-471C-9B48-16501C7E2718}" presName="node" presStyleLbl="node1" presStyleIdx="10" presStyleCnt="15">
        <dgm:presLayoutVars>
          <dgm:bulletEnabled val="1"/>
        </dgm:presLayoutVars>
      </dgm:prSet>
      <dgm:spPr/>
    </dgm:pt>
    <dgm:pt modelId="{91D61F2A-6EB0-43CE-BE65-E56118CE37BF}" type="pres">
      <dgm:prSet presAssocID="{DDE061E6-1108-43CD-8171-19E2E3096E79}" presName="sibTrans" presStyleCnt="0"/>
      <dgm:spPr/>
    </dgm:pt>
    <dgm:pt modelId="{B31C789F-2BD2-4E9B-8C85-EF975E17F249}" type="pres">
      <dgm:prSet presAssocID="{F5ADFC84-3710-4EA3-93B4-B40F1D06A808}" presName="node" presStyleLbl="node1" presStyleIdx="11" presStyleCnt="15">
        <dgm:presLayoutVars>
          <dgm:bulletEnabled val="1"/>
        </dgm:presLayoutVars>
      </dgm:prSet>
      <dgm:spPr/>
    </dgm:pt>
    <dgm:pt modelId="{85781752-DB32-4AD8-AA2F-46C9209E4846}" type="pres">
      <dgm:prSet presAssocID="{80486BBB-EDE0-40C0-9E59-BE5EA90AD467}" presName="sibTrans" presStyleCnt="0"/>
      <dgm:spPr/>
    </dgm:pt>
    <dgm:pt modelId="{23653F7E-A21E-4AFB-9710-23E050DE3E79}" type="pres">
      <dgm:prSet presAssocID="{D1B9E6AC-397A-48D7-9EE0-469349ECDFBB}" presName="node" presStyleLbl="node1" presStyleIdx="12" presStyleCnt="15">
        <dgm:presLayoutVars>
          <dgm:bulletEnabled val="1"/>
        </dgm:presLayoutVars>
      </dgm:prSet>
      <dgm:spPr/>
    </dgm:pt>
    <dgm:pt modelId="{629661F9-504B-46A4-8B1C-55DFE6CD6CAF}" type="pres">
      <dgm:prSet presAssocID="{80D9AD37-6EAA-4D75-8A9C-17323804F946}" presName="sibTrans" presStyleCnt="0"/>
      <dgm:spPr/>
    </dgm:pt>
    <dgm:pt modelId="{18A80EE6-502A-47DC-97D0-F063DBAC0741}" type="pres">
      <dgm:prSet presAssocID="{1FD1EC36-A2AB-412F-A25A-6E5D6070CC1C}" presName="node" presStyleLbl="node1" presStyleIdx="13" presStyleCnt="15">
        <dgm:presLayoutVars>
          <dgm:bulletEnabled val="1"/>
        </dgm:presLayoutVars>
      </dgm:prSet>
      <dgm:spPr/>
    </dgm:pt>
    <dgm:pt modelId="{737B3291-F28C-491D-B076-E47DA75D2BF0}" type="pres">
      <dgm:prSet presAssocID="{CE00CC48-41DF-4EE3-8B0A-C32E4D38CB4E}" presName="sibTrans" presStyleCnt="0"/>
      <dgm:spPr/>
    </dgm:pt>
    <dgm:pt modelId="{6EBC2D8B-FD0A-4D38-90B4-626D7405B14B}" type="pres">
      <dgm:prSet presAssocID="{558D9133-C16F-42BC-85AA-7BCA1B0E44D1}" presName="node" presStyleLbl="node1" presStyleIdx="14" presStyleCnt="15">
        <dgm:presLayoutVars>
          <dgm:bulletEnabled val="1"/>
        </dgm:presLayoutVars>
      </dgm:prSet>
      <dgm:spPr/>
    </dgm:pt>
  </dgm:ptLst>
  <dgm:cxnLst>
    <dgm:cxn modelId="{39F48307-4E03-4243-813E-B9D8057250B6}" srcId="{B347DCF6-9AAE-4963-8ABF-991793E6FA5B}" destId="{E5ACEFBA-C5C4-42A9-BEDD-215559A116DE}" srcOrd="8" destOrd="0" parTransId="{92CC29BC-915E-4632-929D-AC8DCFAA916E}" sibTransId="{09080015-3E68-437C-BF29-3C5B9DCB1FC8}"/>
    <dgm:cxn modelId="{E5261008-5142-47C7-BFC8-C5625E47719D}" type="presOf" srcId="{0CE9B787-E63E-48DD-A3A0-50B268EDE9D2}" destId="{A70BA02F-B3AA-447C-B3CD-507C05CAE0DA}" srcOrd="0" destOrd="0" presId="urn:microsoft.com/office/officeart/2005/8/layout/default"/>
    <dgm:cxn modelId="{7A8F5410-117E-4560-BAE0-A180A94BCB6F}" type="presOf" srcId="{1FD1EC36-A2AB-412F-A25A-6E5D6070CC1C}" destId="{18A80EE6-502A-47DC-97D0-F063DBAC0741}" srcOrd="0" destOrd="0" presId="urn:microsoft.com/office/officeart/2005/8/layout/default"/>
    <dgm:cxn modelId="{D9F4861F-4F13-4F31-ACAB-7DDFD8A72729}" srcId="{B347DCF6-9AAE-4963-8ABF-991793E6FA5B}" destId="{0CE9B787-E63E-48DD-A3A0-50B268EDE9D2}" srcOrd="6" destOrd="0" parTransId="{3EC00BD7-CED0-4874-974C-5B87FA344059}" sibTransId="{A7DE2978-8B99-4F57-BB2D-969EF7EDC7D6}"/>
    <dgm:cxn modelId="{AFD04D28-3E7D-4B4E-8374-50442422F2E3}" srcId="{B347DCF6-9AAE-4963-8ABF-991793E6FA5B}" destId="{EF059502-BEA0-470D-8680-6586408C7CF0}" srcOrd="1" destOrd="0" parTransId="{843A2216-B168-459A-BE7D-4BA075160F74}" sibTransId="{B2E27CEA-C3CD-407C-9E4F-F0728278286E}"/>
    <dgm:cxn modelId="{BE645C36-FEEB-409F-A631-9DE7154863A4}" srcId="{B347DCF6-9AAE-4963-8ABF-991793E6FA5B}" destId="{787921DA-8769-42F8-B6FF-30B524D18306}" srcOrd="2" destOrd="0" parTransId="{92B9B1BB-3296-41D9-8A16-5764B60F63B4}" sibTransId="{B45A901F-39F5-4D17-AC1B-B700B31A2D04}"/>
    <dgm:cxn modelId="{8E871B37-4CD5-472E-AAFB-DBEF6C8D1991}" srcId="{B347DCF6-9AAE-4963-8ABF-991793E6FA5B}" destId="{7E280626-B975-46C0-A1F8-31CA6D2DD917}" srcOrd="5" destOrd="0" parTransId="{1E68D2E0-477A-4621-8B9E-9B95C3851822}" sibTransId="{27F61BA1-1435-4A5F-91C7-3889154B4E88}"/>
    <dgm:cxn modelId="{0E6ABF5E-0788-4BA7-B145-EFF7375BFE5A}" type="presOf" srcId="{5E038C88-0283-4BA9-BA5E-110435E34649}" destId="{74142955-D6EF-4B63-B3A3-2DAE8E22EDE9}" srcOrd="0" destOrd="0" presId="urn:microsoft.com/office/officeart/2005/8/layout/default"/>
    <dgm:cxn modelId="{C7095C71-E720-4384-89B7-29CB32BD3558}" type="presOf" srcId="{B347DCF6-9AAE-4963-8ABF-991793E6FA5B}" destId="{01E0EDDE-C0F1-463D-A03F-5893CFF23F58}" srcOrd="0" destOrd="0" presId="urn:microsoft.com/office/officeart/2005/8/layout/default"/>
    <dgm:cxn modelId="{03F67D54-7837-4961-B9B7-CCB95F5667B0}" type="presOf" srcId="{69B36874-3781-471C-9B48-16501C7E2718}" destId="{D5CC037D-162B-4316-8FE2-76814B93975F}" srcOrd="0" destOrd="0" presId="urn:microsoft.com/office/officeart/2005/8/layout/default"/>
    <dgm:cxn modelId="{EDB77E74-EB07-4037-96C8-2998BF806A30}" type="presOf" srcId="{787921DA-8769-42F8-B6FF-30B524D18306}" destId="{6D1E9606-B428-4608-8FBB-58B407183B69}" srcOrd="0" destOrd="0" presId="urn:microsoft.com/office/officeart/2005/8/layout/default"/>
    <dgm:cxn modelId="{052B0655-F5EE-46CC-8451-CFFB4766BBF7}" srcId="{B347DCF6-9AAE-4963-8ABF-991793E6FA5B}" destId="{F5ADFC84-3710-4EA3-93B4-B40F1D06A808}" srcOrd="11" destOrd="0" parTransId="{200E1AC4-D3F8-4337-9E64-6577D3F5B194}" sibTransId="{80486BBB-EDE0-40C0-9E59-BE5EA90AD467}"/>
    <dgm:cxn modelId="{7F492975-41BC-4B03-AC61-95E360D6AD11}" srcId="{B347DCF6-9AAE-4963-8ABF-991793E6FA5B}" destId="{B11C6A53-BED2-4486-B91A-76E331FA7404}" srcOrd="9" destOrd="0" parTransId="{C051E2B0-C7ED-4569-8F17-968C20D1A7D4}" sibTransId="{09EC868B-6F74-43FE-82B8-6A7F6A3641B1}"/>
    <dgm:cxn modelId="{D1BC0258-6BD4-47D7-93CE-0B6A19B7B641}" type="presOf" srcId="{EF059502-BEA0-470D-8680-6586408C7CF0}" destId="{A751517D-64A9-42E9-8941-AC09C1BAA0E1}" srcOrd="0" destOrd="0" presId="urn:microsoft.com/office/officeart/2005/8/layout/default"/>
    <dgm:cxn modelId="{E828D67C-C32A-462D-A0CD-137A9E7055A6}" type="presOf" srcId="{F5ADFC84-3710-4EA3-93B4-B40F1D06A808}" destId="{B31C789F-2BD2-4E9B-8C85-EF975E17F249}" srcOrd="0" destOrd="0" presId="urn:microsoft.com/office/officeart/2005/8/layout/default"/>
    <dgm:cxn modelId="{B559587E-8444-4331-B0D3-1696B9B49A83}" srcId="{B347DCF6-9AAE-4963-8ABF-991793E6FA5B}" destId="{38C5835A-5936-41E9-892D-3FB9D6BEA5C1}" srcOrd="7" destOrd="0" parTransId="{9C51043A-CF9F-4E83-B059-54ADCE9CB15A}" sibTransId="{235D2AF2-B2FE-4D35-A306-1396921228CC}"/>
    <dgm:cxn modelId="{26872D7F-CADA-4F01-95CD-E9B56B8D3E25}" srcId="{B347DCF6-9AAE-4963-8ABF-991793E6FA5B}" destId="{69B36874-3781-471C-9B48-16501C7E2718}" srcOrd="10" destOrd="0" parTransId="{B3A1C518-D021-4181-A24F-3768EE767D2C}" sibTransId="{DDE061E6-1108-43CD-8171-19E2E3096E79}"/>
    <dgm:cxn modelId="{588C0C82-8A90-4785-930B-9F4430221ACA}" type="presOf" srcId="{7E280626-B975-46C0-A1F8-31CA6D2DD917}" destId="{E6AD61EA-B70F-42CD-AB2D-3C30937B84AE}" srcOrd="0" destOrd="0" presId="urn:microsoft.com/office/officeart/2005/8/layout/default"/>
    <dgm:cxn modelId="{FDE48D99-4C14-42EC-B42D-5A3C5D8C5CD5}" srcId="{B347DCF6-9AAE-4963-8ABF-991793E6FA5B}" destId="{D1B9E6AC-397A-48D7-9EE0-469349ECDFBB}" srcOrd="12" destOrd="0" parTransId="{E4EFD8AA-B899-449B-A6D3-3960DF09BAEC}" sibTransId="{80D9AD37-6EAA-4D75-8A9C-17323804F946}"/>
    <dgm:cxn modelId="{B6CE08A0-310A-489B-BA95-729ED1A06506}" type="presOf" srcId="{38C5835A-5936-41E9-892D-3FB9D6BEA5C1}" destId="{DC6D2BE4-6A8E-4B15-8CD8-F3B55BD82E14}" srcOrd="0" destOrd="0" presId="urn:microsoft.com/office/officeart/2005/8/layout/default"/>
    <dgm:cxn modelId="{8D25E1AF-BC3F-428E-BF34-1839D2D49C9E}" srcId="{B347DCF6-9AAE-4963-8ABF-991793E6FA5B}" destId="{1FF89D40-6393-4F3E-9C7B-D8A063C50277}" srcOrd="3" destOrd="0" parTransId="{699671EC-73BC-4F16-84F1-DC759D24D19A}" sibTransId="{9E966D90-E05E-4EC4-B87C-CF82B9921C07}"/>
    <dgm:cxn modelId="{182FFCB9-FD95-4C1F-BFEA-71BDB3278A83}" type="presOf" srcId="{B11C6A53-BED2-4486-B91A-76E331FA7404}" destId="{9AB424DA-341D-4CDA-8186-97B3866ED3B3}" srcOrd="0" destOrd="0" presId="urn:microsoft.com/office/officeart/2005/8/layout/default"/>
    <dgm:cxn modelId="{9DBD5FDA-383B-48DF-B03A-AAF7A95D0333}" type="presOf" srcId="{1FF89D40-6393-4F3E-9C7B-D8A063C50277}" destId="{833DC744-4225-4D9A-8666-6B798D76BD5F}" srcOrd="0" destOrd="0" presId="urn:microsoft.com/office/officeart/2005/8/layout/default"/>
    <dgm:cxn modelId="{D33454DC-F1E1-46AE-9F65-1E4284E8DC6F}" type="presOf" srcId="{558D9133-C16F-42BC-85AA-7BCA1B0E44D1}" destId="{6EBC2D8B-FD0A-4D38-90B4-626D7405B14B}" srcOrd="0" destOrd="0" presId="urn:microsoft.com/office/officeart/2005/8/layout/default"/>
    <dgm:cxn modelId="{5489C9E2-B540-4FE9-B854-7C3A4533B2F3}" srcId="{B347DCF6-9AAE-4963-8ABF-991793E6FA5B}" destId="{5131B87C-DB84-499F-A7B0-330230623ABD}" srcOrd="4" destOrd="0" parTransId="{C8CC1E6D-CB48-449A-9CBF-F7F7C5B8BA5A}" sibTransId="{10ED4D22-87AB-45D0-A3E5-FD46369BA643}"/>
    <dgm:cxn modelId="{4C9ED5E9-8FC9-401C-AEB7-CBB0ABD0E0C4}" type="presOf" srcId="{E5ACEFBA-C5C4-42A9-BEDD-215559A116DE}" destId="{7583000B-0904-4074-AB4F-43B4BDC68A24}" srcOrd="0" destOrd="0" presId="urn:microsoft.com/office/officeart/2005/8/layout/default"/>
    <dgm:cxn modelId="{CE4529EF-C0AA-4123-9F3A-D59FDABB7DA6}" type="presOf" srcId="{5131B87C-DB84-499F-A7B0-330230623ABD}" destId="{39AB7B6B-5218-4453-BAC1-83A9F2650C17}" srcOrd="0" destOrd="0" presId="urn:microsoft.com/office/officeart/2005/8/layout/default"/>
    <dgm:cxn modelId="{82F7D7F3-23D9-4779-BCC2-0EEB0C3C12C9}" srcId="{B347DCF6-9AAE-4963-8ABF-991793E6FA5B}" destId="{5E038C88-0283-4BA9-BA5E-110435E34649}" srcOrd="0" destOrd="0" parTransId="{19CEA44E-7B33-4EB0-AE97-DA1032308D27}" sibTransId="{06F70AD3-E9ED-4C61-97CC-C106AF4F14C0}"/>
    <dgm:cxn modelId="{B8BE51F6-610B-4DBF-92BC-ED50976FCB4C}" srcId="{B347DCF6-9AAE-4963-8ABF-991793E6FA5B}" destId="{558D9133-C16F-42BC-85AA-7BCA1B0E44D1}" srcOrd="14" destOrd="0" parTransId="{4B717200-515A-49CA-86B3-DEA4AC65DE9A}" sibTransId="{F957FFBB-62E0-423E-8B6E-A3B9F1B94968}"/>
    <dgm:cxn modelId="{68CD3EF7-AACF-4DD2-BFBC-DEA1BDED84C4}" srcId="{B347DCF6-9AAE-4963-8ABF-991793E6FA5B}" destId="{1FD1EC36-A2AB-412F-A25A-6E5D6070CC1C}" srcOrd="13" destOrd="0" parTransId="{1ADF7730-3569-457E-A711-29D66D5EA133}" sibTransId="{CE00CC48-41DF-4EE3-8B0A-C32E4D38CB4E}"/>
    <dgm:cxn modelId="{B29581FB-5E15-439A-AA4B-8C2C389B0324}" type="presOf" srcId="{D1B9E6AC-397A-48D7-9EE0-469349ECDFBB}" destId="{23653F7E-A21E-4AFB-9710-23E050DE3E79}" srcOrd="0" destOrd="0" presId="urn:microsoft.com/office/officeart/2005/8/layout/default"/>
    <dgm:cxn modelId="{5F5F5035-79D1-42E9-84F1-D6A160C572DD}" type="presParOf" srcId="{01E0EDDE-C0F1-463D-A03F-5893CFF23F58}" destId="{74142955-D6EF-4B63-B3A3-2DAE8E22EDE9}" srcOrd="0" destOrd="0" presId="urn:microsoft.com/office/officeart/2005/8/layout/default"/>
    <dgm:cxn modelId="{B3C8F664-81ED-4A35-8808-0900DB12C5D4}" type="presParOf" srcId="{01E0EDDE-C0F1-463D-A03F-5893CFF23F58}" destId="{041F59E8-6909-4DB3-A1C7-DEC5917E05AE}" srcOrd="1" destOrd="0" presId="urn:microsoft.com/office/officeart/2005/8/layout/default"/>
    <dgm:cxn modelId="{17796020-7A40-4A6A-9576-EB0BF3EC923C}" type="presParOf" srcId="{01E0EDDE-C0F1-463D-A03F-5893CFF23F58}" destId="{A751517D-64A9-42E9-8941-AC09C1BAA0E1}" srcOrd="2" destOrd="0" presId="urn:microsoft.com/office/officeart/2005/8/layout/default"/>
    <dgm:cxn modelId="{91964380-74D6-4E1F-8982-FE70D7FC0124}" type="presParOf" srcId="{01E0EDDE-C0F1-463D-A03F-5893CFF23F58}" destId="{ACB2CE5D-B06A-4E74-BD8E-694769A2A464}" srcOrd="3" destOrd="0" presId="urn:microsoft.com/office/officeart/2005/8/layout/default"/>
    <dgm:cxn modelId="{AE59CBA7-EBBD-421C-8468-D3A1315602DF}" type="presParOf" srcId="{01E0EDDE-C0F1-463D-A03F-5893CFF23F58}" destId="{6D1E9606-B428-4608-8FBB-58B407183B69}" srcOrd="4" destOrd="0" presId="urn:microsoft.com/office/officeart/2005/8/layout/default"/>
    <dgm:cxn modelId="{D9E32B37-E2DD-46E3-B87A-0BA7BF78B72B}" type="presParOf" srcId="{01E0EDDE-C0F1-463D-A03F-5893CFF23F58}" destId="{387A9CD6-3D5C-4524-A8FE-D73DBA6C59BC}" srcOrd="5" destOrd="0" presId="urn:microsoft.com/office/officeart/2005/8/layout/default"/>
    <dgm:cxn modelId="{B313E140-CCF3-435E-A9D8-FA2696E2561F}" type="presParOf" srcId="{01E0EDDE-C0F1-463D-A03F-5893CFF23F58}" destId="{833DC744-4225-4D9A-8666-6B798D76BD5F}" srcOrd="6" destOrd="0" presId="urn:microsoft.com/office/officeart/2005/8/layout/default"/>
    <dgm:cxn modelId="{B5A69C4D-B1BA-423E-BFBD-A1F6C40513FA}" type="presParOf" srcId="{01E0EDDE-C0F1-463D-A03F-5893CFF23F58}" destId="{9F5631A9-2434-4E35-8198-CE1B1DD12FBE}" srcOrd="7" destOrd="0" presId="urn:microsoft.com/office/officeart/2005/8/layout/default"/>
    <dgm:cxn modelId="{5336FB32-4234-4983-817E-03BF20A83379}" type="presParOf" srcId="{01E0EDDE-C0F1-463D-A03F-5893CFF23F58}" destId="{39AB7B6B-5218-4453-BAC1-83A9F2650C17}" srcOrd="8" destOrd="0" presId="urn:microsoft.com/office/officeart/2005/8/layout/default"/>
    <dgm:cxn modelId="{E26F3AD2-AB26-46B3-A449-106660611071}" type="presParOf" srcId="{01E0EDDE-C0F1-463D-A03F-5893CFF23F58}" destId="{7589584C-EC85-4E2A-AE58-74452C8DC01B}" srcOrd="9" destOrd="0" presId="urn:microsoft.com/office/officeart/2005/8/layout/default"/>
    <dgm:cxn modelId="{CC1C8A58-E0A3-4009-B493-20F3B289A61D}" type="presParOf" srcId="{01E0EDDE-C0F1-463D-A03F-5893CFF23F58}" destId="{E6AD61EA-B70F-42CD-AB2D-3C30937B84AE}" srcOrd="10" destOrd="0" presId="urn:microsoft.com/office/officeart/2005/8/layout/default"/>
    <dgm:cxn modelId="{8F2DD239-78F6-413E-B181-681F932B19D4}" type="presParOf" srcId="{01E0EDDE-C0F1-463D-A03F-5893CFF23F58}" destId="{BA556493-92AD-492A-B980-E698185B3473}" srcOrd="11" destOrd="0" presId="urn:microsoft.com/office/officeart/2005/8/layout/default"/>
    <dgm:cxn modelId="{07CF0E38-00D5-4BC7-B378-BE7300B26A4E}" type="presParOf" srcId="{01E0EDDE-C0F1-463D-A03F-5893CFF23F58}" destId="{A70BA02F-B3AA-447C-B3CD-507C05CAE0DA}" srcOrd="12" destOrd="0" presId="urn:microsoft.com/office/officeart/2005/8/layout/default"/>
    <dgm:cxn modelId="{919A3F17-3AC0-48B5-A524-ED930E961CAD}" type="presParOf" srcId="{01E0EDDE-C0F1-463D-A03F-5893CFF23F58}" destId="{6D8D0047-346F-4E23-88CD-BF14F4D37D63}" srcOrd="13" destOrd="0" presId="urn:microsoft.com/office/officeart/2005/8/layout/default"/>
    <dgm:cxn modelId="{2753320A-445E-4EC4-B911-F92CB51DD387}" type="presParOf" srcId="{01E0EDDE-C0F1-463D-A03F-5893CFF23F58}" destId="{DC6D2BE4-6A8E-4B15-8CD8-F3B55BD82E14}" srcOrd="14" destOrd="0" presId="urn:microsoft.com/office/officeart/2005/8/layout/default"/>
    <dgm:cxn modelId="{BAF006D2-854C-4CB9-845F-5D5EA07219FA}" type="presParOf" srcId="{01E0EDDE-C0F1-463D-A03F-5893CFF23F58}" destId="{C56E9949-48BE-47E7-AC9F-2F8687EEB82D}" srcOrd="15" destOrd="0" presId="urn:microsoft.com/office/officeart/2005/8/layout/default"/>
    <dgm:cxn modelId="{5E0D4672-83E7-45F2-A6B5-A5F089BACB53}" type="presParOf" srcId="{01E0EDDE-C0F1-463D-A03F-5893CFF23F58}" destId="{7583000B-0904-4074-AB4F-43B4BDC68A24}" srcOrd="16" destOrd="0" presId="urn:microsoft.com/office/officeart/2005/8/layout/default"/>
    <dgm:cxn modelId="{B9D4168E-76E5-4050-BC9B-B98909B3D739}" type="presParOf" srcId="{01E0EDDE-C0F1-463D-A03F-5893CFF23F58}" destId="{785D14AA-1017-4569-BE60-149355343158}" srcOrd="17" destOrd="0" presId="urn:microsoft.com/office/officeart/2005/8/layout/default"/>
    <dgm:cxn modelId="{FF790999-7A24-40D7-BE3C-0C8C3FB4EEAC}" type="presParOf" srcId="{01E0EDDE-C0F1-463D-A03F-5893CFF23F58}" destId="{9AB424DA-341D-4CDA-8186-97B3866ED3B3}" srcOrd="18" destOrd="0" presId="urn:microsoft.com/office/officeart/2005/8/layout/default"/>
    <dgm:cxn modelId="{70B46E8F-FE56-43A2-A740-9E4EA7EF05F2}" type="presParOf" srcId="{01E0EDDE-C0F1-463D-A03F-5893CFF23F58}" destId="{00112D1C-DFD8-4567-83FE-C3DA38C51657}" srcOrd="19" destOrd="0" presId="urn:microsoft.com/office/officeart/2005/8/layout/default"/>
    <dgm:cxn modelId="{6C020BB6-7430-48EC-B475-916E94822D71}" type="presParOf" srcId="{01E0EDDE-C0F1-463D-A03F-5893CFF23F58}" destId="{D5CC037D-162B-4316-8FE2-76814B93975F}" srcOrd="20" destOrd="0" presId="urn:microsoft.com/office/officeart/2005/8/layout/default"/>
    <dgm:cxn modelId="{09FED420-A120-49F3-B2F3-DB1BC733692E}" type="presParOf" srcId="{01E0EDDE-C0F1-463D-A03F-5893CFF23F58}" destId="{91D61F2A-6EB0-43CE-BE65-E56118CE37BF}" srcOrd="21" destOrd="0" presId="urn:microsoft.com/office/officeart/2005/8/layout/default"/>
    <dgm:cxn modelId="{C2B69749-8470-4BD3-B1D4-59D5B8CB1AF9}" type="presParOf" srcId="{01E0EDDE-C0F1-463D-A03F-5893CFF23F58}" destId="{B31C789F-2BD2-4E9B-8C85-EF975E17F249}" srcOrd="22" destOrd="0" presId="urn:microsoft.com/office/officeart/2005/8/layout/default"/>
    <dgm:cxn modelId="{BD646A13-E895-4FBD-9755-66176DB65E4B}" type="presParOf" srcId="{01E0EDDE-C0F1-463D-A03F-5893CFF23F58}" destId="{85781752-DB32-4AD8-AA2F-46C9209E4846}" srcOrd="23" destOrd="0" presId="urn:microsoft.com/office/officeart/2005/8/layout/default"/>
    <dgm:cxn modelId="{A810B714-215E-44DC-8725-959E9988B9F5}" type="presParOf" srcId="{01E0EDDE-C0F1-463D-A03F-5893CFF23F58}" destId="{23653F7E-A21E-4AFB-9710-23E050DE3E79}" srcOrd="24" destOrd="0" presId="urn:microsoft.com/office/officeart/2005/8/layout/default"/>
    <dgm:cxn modelId="{AC689277-B782-4749-82EA-D10EAEC4CB13}" type="presParOf" srcId="{01E0EDDE-C0F1-463D-A03F-5893CFF23F58}" destId="{629661F9-504B-46A4-8B1C-55DFE6CD6CAF}" srcOrd="25" destOrd="0" presId="urn:microsoft.com/office/officeart/2005/8/layout/default"/>
    <dgm:cxn modelId="{B2F4AE7C-936C-49D6-B4F1-7F75D4FE24A3}" type="presParOf" srcId="{01E0EDDE-C0F1-463D-A03F-5893CFF23F58}" destId="{18A80EE6-502A-47DC-97D0-F063DBAC0741}" srcOrd="26" destOrd="0" presId="urn:microsoft.com/office/officeart/2005/8/layout/default"/>
    <dgm:cxn modelId="{15C97D7B-66E6-439C-B7ED-9BD06A7C0874}" type="presParOf" srcId="{01E0EDDE-C0F1-463D-A03F-5893CFF23F58}" destId="{737B3291-F28C-491D-B076-E47DA75D2BF0}" srcOrd="27" destOrd="0" presId="urn:microsoft.com/office/officeart/2005/8/layout/default"/>
    <dgm:cxn modelId="{001BEDD5-1390-4F84-A563-E1A63F46B071}" type="presParOf" srcId="{01E0EDDE-C0F1-463D-A03F-5893CFF23F58}" destId="{6EBC2D8B-FD0A-4D38-90B4-626D7405B14B}" srcOrd="2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CA4BA5-D5FB-4D4A-A6A9-06D4747D20DC}">
      <dsp:nvSpPr>
        <dsp:cNvPr id="0" name=""/>
        <dsp:cNvSpPr/>
      </dsp:nvSpPr>
      <dsp:spPr>
        <a:xfrm>
          <a:off x="388975" y="256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Our Mission</a:t>
          </a:r>
          <a:br>
            <a:rPr lang="en-US" sz="1200" kern="1200"/>
          </a:br>
          <a:r>
            <a:rPr lang="en-US" sz="1200" kern="1200"/>
            <a:t>Create a user-friendly desktop application that provides personalized workout routines, meal plans, and progress tracking to help users achieve their fitness goals.</a:t>
          </a:r>
        </a:p>
      </dsp:txBody>
      <dsp:txXfrm>
        <a:off x="388975" y="256"/>
        <a:ext cx="2296657" cy="1377994"/>
      </dsp:txXfrm>
    </dsp:sp>
    <dsp:sp modelId="{8EA56625-314B-4AC7-883B-F53C7CA92A8D}">
      <dsp:nvSpPr>
        <dsp:cNvPr id="0" name=""/>
        <dsp:cNvSpPr/>
      </dsp:nvSpPr>
      <dsp:spPr>
        <a:xfrm>
          <a:off x="2915298" y="256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Key Features</a:t>
          </a:r>
          <a:endParaRPr lang="en-US" sz="1200" kern="1200"/>
        </a:p>
      </dsp:txBody>
      <dsp:txXfrm>
        <a:off x="2915298" y="256"/>
        <a:ext cx="2296657" cy="1377994"/>
      </dsp:txXfrm>
    </dsp:sp>
    <dsp:sp modelId="{9A764812-DEEB-4B66-B6AE-2B3A1CCD7674}">
      <dsp:nvSpPr>
        <dsp:cNvPr id="0" name=""/>
        <dsp:cNvSpPr/>
      </dsp:nvSpPr>
      <dsp:spPr>
        <a:xfrm>
          <a:off x="5441622" y="256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Personalized workout generation</a:t>
          </a:r>
        </a:p>
      </dsp:txBody>
      <dsp:txXfrm>
        <a:off x="5441622" y="256"/>
        <a:ext cx="2296657" cy="1377994"/>
      </dsp:txXfrm>
    </dsp:sp>
    <dsp:sp modelId="{84D2A700-E0F8-46AB-AB05-8AEBE3142F88}">
      <dsp:nvSpPr>
        <dsp:cNvPr id="0" name=""/>
        <dsp:cNvSpPr/>
      </dsp:nvSpPr>
      <dsp:spPr>
        <a:xfrm>
          <a:off x="7967945" y="256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Customized meal planning</a:t>
          </a:r>
        </a:p>
      </dsp:txBody>
      <dsp:txXfrm>
        <a:off x="7967945" y="256"/>
        <a:ext cx="2296657" cy="1377994"/>
      </dsp:txXfrm>
    </dsp:sp>
    <dsp:sp modelId="{9396B853-3BD3-4FC6-80E7-754EA37A002F}">
      <dsp:nvSpPr>
        <dsp:cNvPr id="0" name=""/>
        <dsp:cNvSpPr/>
      </dsp:nvSpPr>
      <dsp:spPr>
        <a:xfrm>
          <a:off x="388975" y="1607916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Progress tracking &amp; history</a:t>
          </a:r>
        </a:p>
      </dsp:txBody>
      <dsp:txXfrm>
        <a:off x="388975" y="1607916"/>
        <a:ext cx="2296657" cy="1377994"/>
      </dsp:txXfrm>
    </dsp:sp>
    <dsp:sp modelId="{7AECAC4D-953A-487D-B5E2-E84FA2477BF7}">
      <dsp:nvSpPr>
        <dsp:cNvPr id="0" name=""/>
        <dsp:cNvSpPr/>
      </dsp:nvSpPr>
      <dsp:spPr>
        <a:xfrm>
          <a:off x="2915298" y="1607916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User profile management</a:t>
          </a:r>
        </a:p>
      </dsp:txBody>
      <dsp:txXfrm>
        <a:off x="2915298" y="1607916"/>
        <a:ext cx="2296657" cy="1377994"/>
      </dsp:txXfrm>
    </dsp:sp>
    <dsp:sp modelId="{69601331-3304-4273-B6C9-E735AEF634EB}">
      <dsp:nvSpPr>
        <dsp:cNvPr id="0" name=""/>
        <dsp:cNvSpPr/>
      </dsp:nvSpPr>
      <dsp:spPr>
        <a:xfrm>
          <a:off x="5441622" y="1607916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MVP Delivery</a:t>
          </a:r>
          <a:endParaRPr lang="en-US" sz="1200" kern="1200"/>
        </a:p>
      </dsp:txBody>
      <dsp:txXfrm>
        <a:off x="5441622" y="1607916"/>
        <a:ext cx="2296657" cy="1377994"/>
      </dsp:txXfrm>
    </dsp:sp>
    <dsp:sp modelId="{993D6351-1A9C-44B2-8EBB-407C6E7D75E9}">
      <dsp:nvSpPr>
        <dsp:cNvPr id="0" name=""/>
        <dsp:cNvSpPr/>
      </dsp:nvSpPr>
      <dsp:spPr>
        <a:xfrm>
          <a:off x="7967945" y="1607916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Target Date:</a:t>
          </a:r>
          <a:r>
            <a:rPr lang="en-US" sz="1200" kern="1200"/>
            <a:t> End of Week 10</a:t>
          </a:r>
        </a:p>
      </dsp:txBody>
      <dsp:txXfrm>
        <a:off x="7967945" y="1607916"/>
        <a:ext cx="2296657" cy="1377994"/>
      </dsp:txXfrm>
    </dsp:sp>
    <dsp:sp modelId="{8DFBC33B-DA7D-4243-80C7-A58E05606F47}">
      <dsp:nvSpPr>
        <dsp:cNvPr id="0" name=""/>
        <dsp:cNvSpPr/>
      </dsp:nvSpPr>
      <dsp:spPr>
        <a:xfrm>
          <a:off x="2915298" y="3215577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Scope:</a:t>
          </a:r>
          <a:r>
            <a:rPr lang="en-US" sz="1200" kern="1200"/>
            <a:t> Core functionality with basic UI/UX</a:t>
          </a:r>
        </a:p>
      </dsp:txBody>
      <dsp:txXfrm>
        <a:off x="2915298" y="3215577"/>
        <a:ext cx="2296657" cy="1377994"/>
      </dsp:txXfrm>
    </dsp:sp>
    <dsp:sp modelId="{64028657-9DBB-4E8D-BC32-C28B14D498E7}">
      <dsp:nvSpPr>
        <dsp:cNvPr id="0" name=""/>
        <dsp:cNvSpPr/>
      </dsp:nvSpPr>
      <dsp:spPr>
        <a:xfrm>
          <a:off x="5441622" y="3215577"/>
          <a:ext cx="2296657" cy="1377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Goal:</a:t>
          </a:r>
          <a:r>
            <a:rPr lang="en-US" sz="1200" kern="1200"/>
            <a:t> Working demo with essential features</a:t>
          </a:r>
        </a:p>
      </dsp:txBody>
      <dsp:txXfrm>
        <a:off x="5441622" y="3215577"/>
        <a:ext cx="2296657" cy="13779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FFD70-EC5C-4649-B3F9-641BC302E82D}">
      <dsp:nvSpPr>
        <dsp:cNvPr id="0" name=""/>
        <dsp:cNvSpPr/>
      </dsp:nvSpPr>
      <dsp:spPr>
        <a:xfrm>
          <a:off x="1300" y="1149885"/>
          <a:ext cx="1638612" cy="2294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53" tIns="330200" rIns="12775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Sprint	Timeline	Focus Area</a:t>
          </a:r>
        </a:p>
      </dsp:txBody>
      <dsp:txXfrm>
        <a:off x="1300" y="2021627"/>
        <a:ext cx="1638612" cy="1376434"/>
      </dsp:txXfrm>
    </dsp:sp>
    <dsp:sp modelId="{EAE7FA68-8932-4E64-B21F-6281F9FFE6DC}">
      <dsp:nvSpPr>
        <dsp:cNvPr id="0" name=""/>
        <dsp:cNvSpPr/>
      </dsp:nvSpPr>
      <dsp:spPr>
        <a:xfrm>
          <a:off x="476497" y="1379291"/>
          <a:ext cx="688217" cy="688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56" tIns="12700" rIns="53656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1</a:t>
          </a:r>
        </a:p>
      </dsp:txBody>
      <dsp:txXfrm>
        <a:off x="577284" y="1480078"/>
        <a:ext cx="486643" cy="486643"/>
      </dsp:txXfrm>
    </dsp:sp>
    <dsp:sp modelId="{F6162B65-F3AA-4E52-879D-8B06BD1DE075}">
      <dsp:nvSpPr>
        <dsp:cNvPr id="0" name=""/>
        <dsp:cNvSpPr/>
      </dsp:nvSpPr>
      <dsp:spPr>
        <a:xfrm>
          <a:off x="1300" y="3443870"/>
          <a:ext cx="163861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9889B-F6A1-4BB2-AF1D-681C5C869597}">
      <dsp:nvSpPr>
        <dsp:cNvPr id="0" name=""/>
        <dsp:cNvSpPr/>
      </dsp:nvSpPr>
      <dsp:spPr>
        <a:xfrm>
          <a:off x="1803773" y="1149885"/>
          <a:ext cx="1638612" cy="2294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53" tIns="330200" rIns="12775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Sprint 1	Week 1-2	Setup &amp; Design Foundation</a:t>
          </a:r>
        </a:p>
      </dsp:txBody>
      <dsp:txXfrm>
        <a:off x="1803773" y="2021627"/>
        <a:ext cx="1638612" cy="1376434"/>
      </dsp:txXfrm>
    </dsp:sp>
    <dsp:sp modelId="{4C7DCCA6-75AF-46AA-847A-6E66BFDCDD1D}">
      <dsp:nvSpPr>
        <dsp:cNvPr id="0" name=""/>
        <dsp:cNvSpPr/>
      </dsp:nvSpPr>
      <dsp:spPr>
        <a:xfrm>
          <a:off x="2278971" y="1379291"/>
          <a:ext cx="688217" cy="688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56" tIns="12700" rIns="53656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2</a:t>
          </a:r>
        </a:p>
      </dsp:txBody>
      <dsp:txXfrm>
        <a:off x="2379758" y="1480078"/>
        <a:ext cx="486643" cy="486643"/>
      </dsp:txXfrm>
    </dsp:sp>
    <dsp:sp modelId="{70B2BDC9-F221-48FD-9E66-7F7EF438B924}">
      <dsp:nvSpPr>
        <dsp:cNvPr id="0" name=""/>
        <dsp:cNvSpPr/>
      </dsp:nvSpPr>
      <dsp:spPr>
        <a:xfrm>
          <a:off x="1803773" y="3443870"/>
          <a:ext cx="163861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0940E-3EF2-4FF3-A8E9-62F20CEF3290}">
      <dsp:nvSpPr>
        <dsp:cNvPr id="0" name=""/>
        <dsp:cNvSpPr/>
      </dsp:nvSpPr>
      <dsp:spPr>
        <a:xfrm>
          <a:off x="3606246" y="1149885"/>
          <a:ext cx="1638612" cy="2294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53" tIns="330200" rIns="12775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Sprint 2	Week 3-4	User Management System</a:t>
          </a:r>
        </a:p>
      </dsp:txBody>
      <dsp:txXfrm>
        <a:off x="3606246" y="2021627"/>
        <a:ext cx="1638612" cy="1376434"/>
      </dsp:txXfrm>
    </dsp:sp>
    <dsp:sp modelId="{1034A319-D7D4-43F9-894F-5E37D8E9A1B1}">
      <dsp:nvSpPr>
        <dsp:cNvPr id="0" name=""/>
        <dsp:cNvSpPr/>
      </dsp:nvSpPr>
      <dsp:spPr>
        <a:xfrm>
          <a:off x="4081444" y="1379291"/>
          <a:ext cx="688217" cy="688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56" tIns="12700" rIns="53656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3</a:t>
          </a:r>
        </a:p>
      </dsp:txBody>
      <dsp:txXfrm>
        <a:off x="4182231" y="1480078"/>
        <a:ext cx="486643" cy="486643"/>
      </dsp:txXfrm>
    </dsp:sp>
    <dsp:sp modelId="{8A511268-A7B9-4C41-953B-D788E843F2F3}">
      <dsp:nvSpPr>
        <dsp:cNvPr id="0" name=""/>
        <dsp:cNvSpPr/>
      </dsp:nvSpPr>
      <dsp:spPr>
        <a:xfrm>
          <a:off x="3606246" y="3443870"/>
          <a:ext cx="163861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7F0F8-2A6F-4380-8D9A-5A323F561D67}">
      <dsp:nvSpPr>
        <dsp:cNvPr id="0" name=""/>
        <dsp:cNvSpPr/>
      </dsp:nvSpPr>
      <dsp:spPr>
        <a:xfrm>
          <a:off x="5408720" y="1149885"/>
          <a:ext cx="1638612" cy="2294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53" tIns="330200" rIns="12775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Sprint 3	Week 5-6	Core Workout &amp; Meal Features</a:t>
          </a:r>
        </a:p>
      </dsp:txBody>
      <dsp:txXfrm>
        <a:off x="5408720" y="2021627"/>
        <a:ext cx="1638612" cy="1376434"/>
      </dsp:txXfrm>
    </dsp:sp>
    <dsp:sp modelId="{9B34F498-26A3-4493-BD9E-0DFB6709DAD2}">
      <dsp:nvSpPr>
        <dsp:cNvPr id="0" name=""/>
        <dsp:cNvSpPr/>
      </dsp:nvSpPr>
      <dsp:spPr>
        <a:xfrm>
          <a:off x="5883917" y="1379291"/>
          <a:ext cx="688217" cy="688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56" tIns="12700" rIns="53656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4</a:t>
          </a:r>
        </a:p>
      </dsp:txBody>
      <dsp:txXfrm>
        <a:off x="5984704" y="1480078"/>
        <a:ext cx="486643" cy="486643"/>
      </dsp:txXfrm>
    </dsp:sp>
    <dsp:sp modelId="{E389C47B-558B-4B6D-A77C-6EAAE3BB25F8}">
      <dsp:nvSpPr>
        <dsp:cNvPr id="0" name=""/>
        <dsp:cNvSpPr/>
      </dsp:nvSpPr>
      <dsp:spPr>
        <a:xfrm>
          <a:off x="5408720" y="3443870"/>
          <a:ext cx="163861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F6D9F-FB7F-4192-A52B-4EEBBD4CAD6A}">
      <dsp:nvSpPr>
        <dsp:cNvPr id="0" name=""/>
        <dsp:cNvSpPr/>
      </dsp:nvSpPr>
      <dsp:spPr>
        <a:xfrm>
          <a:off x="7211193" y="1149885"/>
          <a:ext cx="1638612" cy="2294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53" tIns="330200" rIns="12775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Sprint 4	Week 7 	Progress Tracking</a:t>
          </a:r>
        </a:p>
      </dsp:txBody>
      <dsp:txXfrm>
        <a:off x="7211193" y="2021627"/>
        <a:ext cx="1638612" cy="1376434"/>
      </dsp:txXfrm>
    </dsp:sp>
    <dsp:sp modelId="{E613CE5F-8AA6-48E5-9240-F0653D5DACDB}">
      <dsp:nvSpPr>
        <dsp:cNvPr id="0" name=""/>
        <dsp:cNvSpPr/>
      </dsp:nvSpPr>
      <dsp:spPr>
        <a:xfrm>
          <a:off x="7686390" y="1379291"/>
          <a:ext cx="688217" cy="688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56" tIns="12700" rIns="53656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5</a:t>
          </a:r>
        </a:p>
      </dsp:txBody>
      <dsp:txXfrm>
        <a:off x="7787177" y="1480078"/>
        <a:ext cx="486643" cy="486643"/>
      </dsp:txXfrm>
    </dsp:sp>
    <dsp:sp modelId="{7ACDC72C-076B-4F84-9C0B-F536372CF67F}">
      <dsp:nvSpPr>
        <dsp:cNvPr id="0" name=""/>
        <dsp:cNvSpPr/>
      </dsp:nvSpPr>
      <dsp:spPr>
        <a:xfrm>
          <a:off x="7211193" y="3443870"/>
          <a:ext cx="163861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B5BB0-413B-4894-879D-0CC27701B752}">
      <dsp:nvSpPr>
        <dsp:cNvPr id="0" name=""/>
        <dsp:cNvSpPr/>
      </dsp:nvSpPr>
      <dsp:spPr>
        <a:xfrm>
          <a:off x="9013666" y="1149885"/>
          <a:ext cx="1638612" cy="2294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53" tIns="330200" rIns="127753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Sprint 5	Week 8	    	Testing &amp; MVP Release</a:t>
          </a:r>
        </a:p>
      </dsp:txBody>
      <dsp:txXfrm>
        <a:off x="9013666" y="2021627"/>
        <a:ext cx="1638612" cy="1376434"/>
      </dsp:txXfrm>
    </dsp:sp>
    <dsp:sp modelId="{453AF857-CD3E-4DE7-9057-8EE408B6AF4D}">
      <dsp:nvSpPr>
        <dsp:cNvPr id="0" name=""/>
        <dsp:cNvSpPr/>
      </dsp:nvSpPr>
      <dsp:spPr>
        <a:xfrm>
          <a:off x="9488863" y="1379291"/>
          <a:ext cx="688217" cy="688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56" tIns="12700" rIns="53656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6</a:t>
          </a:r>
        </a:p>
      </dsp:txBody>
      <dsp:txXfrm>
        <a:off x="9589650" y="1480078"/>
        <a:ext cx="486643" cy="486643"/>
      </dsp:txXfrm>
    </dsp:sp>
    <dsp:sp modelId="{C80B37DB-A874-4CFC-9468-86D40E324A24}">
      <dsp:nvSpPr>
        <dsp:cNvPr id="0" name=""/>
        <dsp:cNvSpPr/>
      </dsp:nvSpPr>
      <dsp:spPr>
        <a:xfrm>
          <a:off x="9013666" y="3443870"/>
          <a:ext cx="1638612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F8A55-85D5-42CD-8696-373FB5643986}">
      <dsp:nvSpPr>
        <dsp:cNvPr id="0" name=""/>
        <dsp:cNvSpPr/>
      </dsp:nvSpPr>
      <dsp:spPr>
        <a:xfrm>
          <a:off x="0" y="1289"/>
          <a:ext cx="3835288" cy="488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High Priority (MVP Critical)</a:t>
          </a:r>
        </a:p>
      </dsp:txBody>
      <dsp:txXfrm>
        <a:off x="23843" y="25132"/>
        <a:ext cx="3787602" cy="440744"/>
      </dsp:txXfrm>
    </dsp:sp>
    <dsp:sp modelId="{8560DB52-824D-406B-8C9E-2CEF1512E59F}">
      <dsp:nvSpPr>
        <dsp:cNvPr id="0" name=""/>
        <dsp:cNvSpPr/>
      </dsp:nvSpPr>
      <dsp:spPr>
        <a:xfrm rot="5400000">
          <a:off x="7049061" y="-2650787"/>
          <a:ext cx="390744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Sign-up form, data storage</a:t>
          </a:r>
        </a:p>
      </dsp:txBody>
      <dsp:txXfrm rot="-5400000">
        <a:off x="3835289" y="582060"/>
        <a:ext cx="6799215" cy="352594"/>
      </dsp:txXfrm>
    </dsp:sp>
    <dsp:sp modelId="{4457EEA8-E123-4B23-9C2F-C8D169E6150F}">
      <dsp:nvSpPr>
        <dsp:cNvPr id="0" name=""/>
        <dsp:cNvSpPr/>
      </dsp:nvSpPr>
      <dsp:spPr>
        <a:xfrm>
          <a:off x="0" y="514141"/>
          <a:ext cx="3835288" cy="488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User Management - Sprint 2</a:t>
          </a:r>
        </a:p>
      </dsp:txBody>
      <dsp:txXfrm>
        <a:off x="23843" y="537984"/>
        <a:ext cx="3787602" cy="440744"/>
      </dsp:txXfrm>
    </dsp:sp>
    <dsp:sp modelId="{0D8F7647-9BA8-4E1D-A8CC-1B5D5972E364}">
      <dsp:nvSpPr>
        <dsp:cNvPr id="0" name=""/>
        <dsp:cNvSpPr/>
      </dsp:nvSpPr>
      <dsp:spPr>
        <a:xfrm rot="5400000">
          <a:off x="7049061" y="-2137935"/>
          <a:ext cx="390744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Personalized generator, exercise DB</a:t>
          </a:r>
        </a:p>
      </dsp:txBody>
      <dsp:txXfrm rot="-5400000">
        <a:off x="3835289" y="1094912"/>
        <a:ext cx="6799215" cy="352594"/>
      </dsp:txXfrm>
    </dsp:sp>
    <dsp:sp modelId="{CA070A5F-8D3A-4994-81F0-9CE343DCFED2}">
      <dsp:nvSpPr>
        <dsp:cNvPr id="0" name=""/>
        <dsp:cNvSpPr/>
      </dsp:nvSpPr>
      <dsp:spPr>
        <a:xfrm>
          <a:off x="0" y="1026994"/>
          <a:ext cx="3835288" cy="488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Workout Module - Sprint 3</a:t>
          </a:r>
        </a:p>
      </dsp:txBody>
      <dsp:txXfrm>
        <a:off x="23843" y="1050837"/>
        <a:ext cx="3787602" cy="440744"/>
      </dsp:txXfrm>
    </dsp:sp>
    <dsp:sp modelId="{5078EE55-0B6B-4D9D-A415-5C67B613B698}">
      <dsp:nvSpPr>
        <dsp:cNvPr id="0" name=""/>
        <dsp:cNvSpPr/>
      </dsp:nvSpPr>
      <dsp:spPr>
        <a:xfrm rot="5400000">
          <a:off x="7049061" y="-1625083"/>
          <a:ext cx="390744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Meal plans, calorie tracking</a:t>
          </a:r>
        </a:p>
      </dsp:txBody>
      <dsp:txXfrm rot="-5400000">
        <a:off x="3835289" y="1607764"/>
        <a:ext cx="6799215" cy="352594"/>
      </dsp:txXfrm>
    </dsp:sp>
    <dsp:sp modelId="{EC235AB9-FF25-42B6-A729-5895C109A3DE}">
      <dsp:nvSpPr>
        <dsp:cNvPr id="0" name=""/>
        <dsp:cNvSpPr/>
      </dsp:nvSpPr>
      <dsp:spPr>
        <a:xfrm>
          <a:off x="0" y="1539846"/>
          <a:ext cx="3835288" cy="488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Meal &amp; Nutrition - Sprint 3</a:t>
          </a:r>
        </a:p>
      </dsp:txBody>
      <dsp:txXfrm>
        <a:off x="23843" y="1563689"/>
        <a:ext cx="3787602" cy="440744"/>
      </dsp:txXfrm>
    </dsp:sp>
    <dsp:sp modelId="{7A8AF36C-FC84-4CC0-8158-9A3A13B1F5E4}">
      <dsp:nvSpPr>
        <dsp:cNvPr id="0" name=""/>
        <dsp:cNvSpPr/>
      </dsp:nvSpPr>
      <dsp:spPr>
        <a:xfrm>
          <a:off x="0" y="2052698"/>
          <a:ext cx="3835288" cy="488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Medium Priority</a:t>
          </a:r>
          <a:br>
            <a:rPr lang="en-US" sz="1300" kern="1200"/>
          </a:br>
          <a:r>
            <a:rPr lang="en-US" sz="1300" kern="1200"/>
            <a:t>4. Progress Tracking - Sprint 4</a:t>
          </a:r>
        </a:p>
      </dsp:txBody>
      <dsp:txXfrm>
        <a:off x="23843" y="2076541"/>
        <a:ext cx="3787602" cy="440744"/>
      </dsp:txXfrm>
    </dsp:sp>
    <dsp:sp modelId="{D478A341-191D-463D-A1A2-11D8734E835C}">
      <dsp:nvSpPr>
        <dsp:cNvPr id="0" name=""/>
        <dsp:cNvSpPr/>
      </dsp:nvSpPr>
      <dsp:spPr>
        <a:xfrm>
          <a:off x="0" y="2565550"/>
          <a:ext cx="3835288" cy="488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History logging, progress visualization</a:t>
          </a:r>
        </a:p>
      </dsp:txBody>
      <dsp:txXfrm>
        <a:off x="23843" y="2589393"/>
        <a:ext cx="3787602" cy="440744"/>
      </dsp:txXfrm>
    </dsp:sp>
    <dsp:sp modelId="{C504EED8-1C3B-4CBA-9C42-0688ACB9C9D0}">
      <dsp:nvSpPr>
        <dsp:cNvPr id="0" name=""/>
        <dsp:cNvSpPr/>
      </dsp:nvSpPr>
      <dsp:spPr>
        <a:xfrm rot="5400000">
          <a:off x="7049061" y="-86526"/>
          <a:ext cx="390744" cy="68182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SQLite database, data integrity</a:t>
          </a:r>
        </a:p>
      </dsp:txBody>
      <dsp:txXfrm rot="-5400000">
        <a:off x="3835289" y="3146321"/>
        <a:ext cx="6799215" cy="352594"/>
      </dsp:txXfrm>
    </dsp:sp>
    <dsp:sp modelId="{E3D2A50D-FDA1-461B-9D8B-473928E444ED}">
      <dsp:nvSpPr>
        <dsp:cNvPr id="0" name=""/>
        <dsp:cNvSpPr/>
      </dsp:nvSpPr>
      <dsp:spPr>
        <a:xfrm>
          <a:off x="0" y="3078403"/>
          <a:ext cx="3835288" cy="488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Backend &amp; Storage - Sprint 2,4</a:t>
          </a:r>
        </a:p>
      </dsp:txBody>
      <dsp:txXfrm>
        <a:off x="23843" y="3102246"/>
        <a:ext cx="3787602" cy="440744"/>
      </dsp:txXfrm>
    </dsp:sp>
    <dsp:sp modelId="{F5E85493-E675-4AEF-9194-95D4C099CFAC}">
      <dsp:nvSpPr>
        <dsp:cNvPr id="0" name=""/>
        <dsp:cNvSpPr/>
      </dsp:nvSpPr>
      <dsp:spPr>
        <a:xfrm>
          <a:off x="0" y="3591255"/>
          <a:ext cx="3835288" cy="488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Foundation &amp; Polish</a:t>
          </a:r>
          <a:br>
            <a:rPr lang="en-US" sz="1300" kern="1200"/>
          </a:br>
          <a:r>
            <a:rPr lang="en-US" sz="1300" kern="1200"/>
            <a:t>6. UI/UX Layer - Sprint 1,5</a:t>
          </a:r>
        </a:p>
      </dsp:txBody>
      <dsp:txXfrm>
        <a:off x="23843" y="3615098"/>
        <a:ext cx="3787602" cy="440744"/>
      </dsp:txXfrm>
    </dsp:sp>
    <dsp:sp modelId="{273DB531-EB82-4ED9-92A5-D11A40CBD106}">
      <dsp:nvSpPr>
        <dsp:cNvPr id="0" name=""/>
        <dsp:cNvSpPr/>
      </dsp:nvSpPr>
      <dsp:spPr>
        <a:xfrm>
          <a:off x="0" y="4104107"/>
          <a:ext cx="3835288" cy="488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Navigation, styling, user experience</a:t>
          </a:r>
        </a:p>
      </dsp:txBody>
      <dsp:txXfrm>
        <a:off x="23843" y="4127950"/>
        <a:ext cx="3787602" cy="4407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42955-D6EF-4B63-B3A3-2DAE8E22EDE9}">
      <dsp:nvSpPr>
        <dsp:cNvPr id="0" name=""/>
        <dsp:cNvSpPr/>
      </dsp:nvSpPr>
      <dsp:spPr>
        <a:xfrm>
          <a:off x="3641" y="325377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All core features functional</a:t>
          </a:r>
        </a:p>
      </dsp:txBody>
      <dsp:txXfrm>
        <a:off x="3641" y="325377"/>
        <a:ext cx="1971536" cy="1182921"/>
      </dsp:txXfrm>
    </dsp:sp>
    <dsp:sp modelId="{A751517D-64A9-42E9-8941-AC09C1BAA0E1}">
      <dsp:nvSpPr>
        <dsp:cNvPr id="0" name=""/>
        <dsp:cNvSpPr/>
      </dsp:nvSpPr>
      <dsp:spPr>
        <a:xfrm>
          <a:off x="2172331" y="325377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User data persists correctly</a:t>
          </a:r>
        </a:p>
      </dsp:txBody>
      <dsp:txXfrm>
        <a:off x="2172331" y="325377"/>
        <a:ext cx="1971536" cy="1182921"/>
      </dsp:txXfrm>
    </dsp:sp>
    <dsp:sp modelId="{6D1E9606-B428-4608-8FBB-58B407183B69}">
      <dsp:nvSpPr>
        <dsp:cNvPr id="0" name=""/>
        <dsp:cNvSpPr/>
      </dsp:nvSpPr>
      <dsp:spPr>
        <a:xfrm>
          <a:off x="4341021" y="325377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Basic personalization working</a:t>
          </a:r>
        </a:p>
      </dsp:txBody>
      <dsp:txXfrm>
        <a:off x="4341021" y="325377"/>
        <a:ext cx="1971536" cy="1182921"/>
      </dsp:txXfrm>
    </dsp:sp>
    <dsp:sp modelId="{833DC744-4225-4D9A-8666-6B798D76BD5F}">
      <dsp:nvSpPr>
        <dsp:cNvPr id="0" name=""/>
        <dsp:cNvSpPr/>
      </dsp:nvSpPr>
      <dsp:spPr>
        <a:xfrm>
          <a:off x="6509711" y="325377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Clean, navigable interface</a:t>
          </a:r>
        </a:p>
      </dsp:txBody>
      <dsp:txXfrm>
        <a:off x="6509711" y="325377"/>
        <a:ext cx="1971536" cy="1182921"/>
      </dsp:txXfrm>
    </dsp:sp>
    <dsp:sp modelId="{39AB7B6B-5218-4453-BAC1-83A9F2650C17}">
      <dsp:nvSpPr>
        <dsp:cNvPr id="0" name=""/>
        <dsp:cNvSpPr/>
      </dsp:nvSpPr>
      <dsp:spPr>
        <a:xfrm>
          <a:off x="8678401" y="325377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Stable with no critical bugs</a:t>
          </a:r>
        </a:p>
      </dsp:txBody>
      <dsp:txXfrm>
        <a:off x="8678401" y="325377"/>
        <a:ext cx="1971536" cy="1182921"/>
      </dsp:txXfrm>
    </dsp:sp>
    <dsp:sp modelId="{E6AD61EA-B70F-42CD-AB2D-3C30937B84AE}">
      <dsp:nvSpPr>
        <dsp:cNvPr id="0" name=""/>
        <dsp:cNvSpPr/>
      </dsp:nvSpPr>
      <dsp:spPr>
        <a:xfrm>
          <a:off x="3641" y="1705453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/>
            <a:t>Immediate Next Steps</a:t>
          </a:r>
          <a:endParaRPr lang="en-US" sz="2000" kern="1200"/>
        </a:p>
      </dsp:txBody>
      <dsp:txXfrm>
        <a:off x="3641" y="1705453"/>
        <a:ext cx="1971536" cy="1182921"/>
      </dsp:txXfrm>
    </dsp:sp>
    <dsp:sp modelId="{A70BA02F-B3AA-447C-B3CD-507C05CAE0DA}">
      <dsp:nvSpPr>
        <dsp:cNvPr id="0" name=""/>
        <dsp:cNvSpPr/>
      </dsp:nvSpPr>
      <dsp:spPr>
        <a:xfrm>
          <a:off x="2172331" y="1705453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Finalize Sprint 1 task breakdown</a:t>
          </a:r>
        </a:p>
      </dsp:txBody>
      <dsp:txXfrm>
        <a:off x="2172331" y="1705453"/>
        <a:ext cx="1971536" cy="1182921"/>
      </dsp:txXfrm>
    </dsp:sp>
    <dsp:sp modelId="{DC6D2BE4-6A8E-4B15-8CD8-F3B55BD82E14}">
      <dsp:nvSpPr>
        <dsp:cNvPr id="0" name=""/>
        <dsp:cNvSpPr/>
      </dsp:nvSpPr>
      <dsp:spPr>
        <a:xfrm>
          <a:off x="4341021" y="1705453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Begin UI/UX wireframing</a:t>
          </a:r>
        </a:p>
      </dsp:txBody>
      <dsp:txXfrm>
        <a:off x="4341021" y="1705453"/>
        <a:ext cx="1971536" cy="1182921"/>
      </dsp:txXfrm>
    </dsp:sp>
    <dsp:sp modelId="{7583000B-0904-4074-AB4F-43B4BDC68A24}">
      <dsp:nvSpPr>
        <dsp:cNvPr id="0" name=""/>
        <dsp:cNvSpPr/>
      </dsp:nvSpPr>
      <dsp:spPr>
        <a:xfrm>
          <a:off x="6509711" y="1705453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Set up development environment</a:t>
          </a:r>
        </a:p>
      </dsp:txBody>
      <dsp:txXfrm>
        <a:off x="6509711" y="1705453"/>
        <a:ext cx="1971536" cy="1182921"/>
      </dsp:txXfrm>
    </dsp:sp>
    <dsp:sp modelId="{9AB424DA-341D-4CDA-8186-97B3866ED3B3}">
      <dsp:nvSpPr>
        <dsp:cNvPr id="0" name=""/>
        <dsp:cNvSpPr/>
      </dsp:nvSpPr>
      <dsp:spPr>
        <a:xfrm>
          <a:off x="8678401" y="1705453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Establish team communication channels</a:t>
          </a:r>
        </a:p>
      </dsp:txBody>
      <dsp:txXfrm>
        <a:off x="8678401" y="1705453"/>
        <a:ext cx="1971536" cy="1182921"/>
      </dsp:txXfrm>
    </dsp:sp>
    <dsp:sp modelId="{D5CC037D-162B-4316-8FE2-76814B93975F}">
      <dsp:nvSpPr>
        <dsp:cNvPr id="0" name=""/>
        <dsp:cNvSpPr/>
      </dsp:nvSpPr>
      <dsp:spPr>
        <a:xfrm>
          <a:off x="3641" y="3085528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Post-MVP Vision</a:t>
          </a:r>
        </a:p>
      </dsp:txBody>
      <dsp:txXfrm>
        <a:off x="3641" y="3085528"/>
        <a:ext cx="1971536" cy="1182921"/>
      </dsp:txXfrm>
    </dsp:sp>
    <dsp:sp modelId="{B31C789F-2BD2-4E9B-8C85-EF975E17F249}">
      <dsp:nvSpPr>
        <dsp:cNvPr id="0" name=""/>
        <dsp:cNvSpPr/>
      </dsp:nvSpPr>
      <dsp:spPr>
        <a:xfrm>
          <a:off x="2172331" y="3085528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Mobile app development</a:t>
          </a:r>
        </a:p>
      </dsp:txBody>
      <dsp:txXfrm>
        <a:off x="2172331" y="3085528"/>
        <a:ext cx="1971536" cy="1182921"/>
      </dsp:txXfrm>
    </dsp:sp>
    <dsp:sp modelId="{23653F7E-A21E-4AFB-9710-23E050DE3E79}">
      <dsp:nvSpPr>
        <dsp:cNvPr id="0" name=""/>
        <dsp:cNvSpPr/>
      </dsp:nvSpPr>
      <dsp:spPr>
        <a:xfrm>
          <a:off x="4341021" y="3085528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Social features &amp; community building</a:t>
          </a:r>
        </a:p>
      </dsp:txBody>
      <dsp:txXfrm>
        <a:off x="4341021" y="3085528"/>
        <a:ext cx="1971536" cy="1182921"/>
      </dsp:txXfrm>
    </dsp:sp>
    <dsp:sp modelId="{18A80EE6-502A-47DC-97D0-F063DBAC0741}">
      <dsp:nvSpPr>
        <dsp:cNvPr id="0" name=""/>
        <dsp:cNvSpPr/>
      </dsp:nvSpPr>
      <dsp:spPr>
        <a:xfrm>
          <a:off x="6509711" y="3085528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Advanced analytics &amp; reporting</a:t>
          </a:r>
        </a:p>
      </dsp:txBody>
      <dsp:txXfrm>
        <a:off x="6509711" y="3085528"/>
        <a:ext cx="1971536" cy="1182921"/>
      </dsp:txXfrm>
    </dsp:sp>
    <dsp:sp modelId="{6EBC2D8B-FD0A-4D38-90B4-626D7405B14B}">
      <dsp:nvSpPr>
        <dsp:cNvPr id="0" name=""/>
        <dsp:cNvSpPr/>
      </dsp:nvSpPr>
      <dsp:spPr>
        <a:xfrm>
          <a:off x="8678401" y="3085528"/>
          <a:ext cx="1971536" cy="1182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Integration with wearable devices</a:t>
          </a:r>
        </a:p>
      </dsp:txBody>
      <dsp:txXfrm>
        <a:off x="8678401" y="3085528"/>
        <a:ext cx="1971536" cy="1182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6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8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1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84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7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2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84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60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8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2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2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1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0" r:id="rId6"/>
    <p:sldLayoutId id="2147483686" r:id="rId7"/>
    <p:sldLayoutId id="2147483687" r:id="rId8"/>
    <p:sldLayoutId id="2147483688" r:id="rId9"/>
    <p:sldLayoutId id="2147483689" r:id="rId10"/>
    <p:sldLayoutId id="21474836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background with waves&#10;&#10;AI-generated content may be incorrect.">
            <a:extLst>
              <a:ext uri="{FF2B5EF4-FFF2-40B4-BE49-F238E27FC236}">
                <a16:creationId xmlns:a16="http://schemas.microsoft.com/office/drawing/2014/main" id="{2C521DB6-1C59-06FA-FEFC-EC64513A7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46" r="19192" b="45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66726" cy="685800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23F615-0CA2-014C-3B19-767A574CA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035" y="1424475"/>
            <a:ext cx="3424383" cy="2543448"/>
          </a:xfrm>
        </p:spPr>
        <p:txBody>
          <a:bodyPr anchor="t">
            <a:normAutofit/>
          </a:bodyPr>
          <a:lstStyle/>
          <a:p>
            <a:pPr algn="l"/>
            <a:r>
              <a:rPr lang="en-US" sz="3200"/>
              <a:t>Fitness &amp; Nutrition Companion App</a:t>
            </a:r>
            <a:br>
              <a:rPr lang="en-US" sz="3200"/>
            </a:br>
            <a:endParaRPr lang="en-US" sz="3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06045-ACB5-981B-1C28-0C783B5E0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035" y="4007796"/>
            <a:ext cx="3424382" cy="2000041"/>
          </a:xfrm>
        </p:spPr>
        <p:txBody>
          <a:bodyPr anchor="b">
            <a:normAutofit/>
          </a:bodyPr>
          <a:lstStyle/>
          <a:p>
            <a:pPr algn="l"/>
            <a:r>
              <a:rPr lang="en-US" b="1"/>
              <a:t>Product Roadmap </a:t>
            </a:r>
          </a:p>
          <a:p>
            <a:pPr algn="l"/>
            <a:r>
              <a:rPr lang="en-US" b="1"/>
              <a:t>Team 1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2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E559-63EE-FBB9-86A9-6E76AD09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&amp; MVP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33B27C1-F903-FA6C-6743-C81A62243E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387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E28EE-AFCD-8C2F-80F2-4CB39BFE1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Development Timeline</a:t>
            </a:r>
            <a:br>
              <a:rPr lang="en-US" b="0" dirty="0"/>
            </a:br>
            <a:r>
              <a:rPr lang="en-US" b="0" dirty="0"/>
              <a:t>5-Sprint Structure (10 Weeks Total)</a:t>
            </a:r>
            <a:br>
              <a:rPr lang="en-US" b="0" dirty="0"/>
            </a:br>
            <a:endParaRPr lang="en-US" b="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0DC083-06D3-171F-153C-56869EB92E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500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2D9B-9D0E-816B-6745-E926ACE6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 Feature Clusters &amp; Priority</a:t>
            </a:r>
            <a:br>
              <a:rPr lang="en-US" b="0" dirty="0"/>
            </a:br>
            <a:endParaRPr lang="en-US" b="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E0CB1DF-C459-7BDD-A60C-5D28503C75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320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783621-4286-33BF-B28E-85425750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Team Responsibilities</a:t>
            </a:r>
            <a:b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A0D5DD54-DAF2-73C2-DCE3-52231A436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8" y="2584058"/>
            <a:ext cx="4621553" cy="315901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Cross-Functional Collaboration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indent="-228600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+mn-lt"/>
              </a:rPr>
              <a:t>Key Integration Points</a:t>
            </a:r>
            <a:endParaRPr lang="en-US" sz="1700" dirty="0">
              <a:latin typeface="+mn-lt"/>
            </a:endParaRPr>
          </a:p>
          <a:p>
            <a:pPr indent="-228600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Design → Development: Sprint 1-2 (form design)</a:t>
            </a:r>
          </a:p>
          <a:p>
            <a:pPr indent="-228600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Development → Backend: Sprint 2-4 (data integration)</a:t>
            </a:r>
          </a:p>
          <a:p>
            <a:pPr indent="-228600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All Teams → Testing: Sprint 5 (quality assurance)</a:t>
            </a:r>
          </a:p>
          <a:p>
            <a:pPr indent="-228600" eaLnBrk="1" hangingPunct="1">
              <a:lnSpc>
                <a:spcPct val="110000"/>
              </a:lnSpc>
              <a:buFont typeface="Arial" panose="020B0604020202020204" pitchFamily="34" charset="0"/>
              <a:buChar char="•"/>
            </a:pPr>
            <a:br>
              <a:rPr lang="en-US" sz="1700" dirty="0">
                <a:latin typeface="+mn-lt"/>
              </a:rPr>
            </a:b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E45B1FFD-D332-BE7F-5CC1-5212CAC7A1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0851967"/>
              </p:ext>
            </p:extLst>
          </p:nvPr>
        </p:nvGraphicFramePr>
        <p:xfrm>
          <a:off x="5691261" y="1400326"/>
          <a:ext cx="5837780" cy="405734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87791">
                  <a:extLst>
                    <a:ext uri="{9D8B030D-6E8A-4147-A177-3AD203B41FA5}">
                      <a16:colId xmlns:a16="http://schemas.microsoft.com/office/drawing/2014/main" val="2215158342"/>
                    </a:ext>
                  </a:extLst>
                </a:gridCol>
                <a:gridCol w="3549989">
                  <a:extLst>
                    <a:ext uri="{9D8B030D-6E8A-4147-A177-3AD203B41FA5}">
                      <a16:colId xmlns:a16="http://schemas.microsoft.com/office/drawing/2014/main" val="606790228"/>
                    </a:ext>
                  </a:extLst>
                </a:gridCol>
              </a:tblGrid>
              <a:tr h="5718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</a:rPr>
                        <a:t>Team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18252" marR="131392" marT="82120" marB="821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</a:rPr>
                        <a:t>Key Responsibilities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31392" marR="131392" marT="82120" marB="82120" anchor="ctr"/>
                </a:tc>
                <a:extLst>
                  <a:ext uri="{0D108BD9-81ED-4DB2-BD59-A6C34878D82A}">
                    <a16:rowId xmlns:a16="http://schemas.microsoft.com/office/drawing/2014/main" val="3832699461"/>
                  </a:ext>
                </a:extLst>
              </a:tr>
              <a:tr h="92584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1">
                          <a:effectLst/>
                        </a:rPr>
                        <a:t>UI/UX Design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18252" marR="131392" marT="82120" marB="821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</a:rPr>
                        <a:t>Wireframes, mockups, user flow, final polish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31392" marR="118252" marT="82120" marB="82120" anchor="ctr"/>
                </a:tc>
                <a:extLst>
                  <a:ext uri="{0D108BD9-81ED-4DB2-BD59-A6C34878D82A}">
                    <a16:rowId xmlns:a16="http://schemas.microsoft.com/office/drawing/2014/main" val="3438895861"/>
                  </a:ext>
                </a:extLst>
              </a:tr>
              <a:tr h="12798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1">
                          <a:effectLst/>
                        </a:rPr>
                        <a:t>Development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18252" marR="131392" marT="82120" marB="821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</a:rPr>
                        <a:t>Frontend/backend implementation, feature building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31392" marR="118252" marT="82120" marB="82120" anchor="ctr"/>
                </a:tc>
                <a:extLst>
                  <a:ext uri="{0D108BD9-81ED-4DB2-BD59-A6C34878D82A}">
                    <a16:rowId xmlns:a16="http://schemas.microsoft.com/office/drawing/2014/main" val="1048962006"/>
                  </a:ext>
                </a:extLst>
              </a:tr>
              <a:tr h="12798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1">
                          <a:effectLst/>
                        </a:rPr>
                        <a:t>Backend &amp; Data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18252" marR="131392" marT="82120" marB="821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</a:rPr>
                        <a:t>Database design, storage solutions, data logi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31392" marR="118252" marT="82120" marB="82120" anchor="ctr"/>
                </a:tc>
                <a:extLst>
                  <a:ext uri="{0D108BD9-81ED-4DB2-BD59-A6C34878D82A}">
                    <a16:rowId xmlns:a16="http://schemas.microsoft.com/office/drawing/2014/main" val="450186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016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CC974-785C-0F09-FBE5-6186431C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Success Metrics &amp; Next Steps</a:t>
            </a:r>
            <a:br>
              <a:rPr lang="en-US" b="0" dirty="0"/>
            </a:br>
            <a:r>
              <a:rPr lang="en-US" b="0" dirty="0"/>
              <a:t>Measuring MVP Success</a:t>
            </a:r>
            <a:br>
              <a:rPr lang="en-US" b="0" dirty="0"/>
            </a:br>
            <a:endParaRPr lang="en-US" b="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7D4647-2385-35A1-E624-3AA1A96050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393530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388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Neue Haas Grotesk Text Pro</vt:lpstr>
      <vt:lpstr>quote-cjk-patch</vt:lpstr>
      <vt:lpstr>VanillaVTI</vt:lpstr>
      <vt:lpstr>Fitness &amp; Nutrition Companion App </vt:lpstr>
      <vt:lpstr>Project Overview &amp; MVP </vt:lpstr>
      <vt:lpstr>Development Timeline 5-Sprint Structure (10 Weeks Total) </vt:lpstr>
      <vt:lpstr> Feature Clusters &amp; Priority </vt:lpstr>
      <vt:lpstr>Team Responsibilities </vt:lpstr>
      <vt:lpstr>Success Metrics &amp; Next Steps Measuring MVP Success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Shrestha, Srijan</dc:creator>
  <cp:lastModifiedBy>Shrestha, Srijan</cp:lastModifiedBy>
  <cp:revision>1</cp:revision>
  <dcterms:created xsi:type="dcterms:W3CDTF">2025-10-22T04:29:47Z</dcterms:created>
  <dcterms:modified xsi:type="dcterms:W3CDTF">2025-10-22T04:47:51Z</dcterms:modified>
</cp:coreProperties>
</file>